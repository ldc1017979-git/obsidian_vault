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06" r:id="rId7"/>
    <p:sldId id="291" r:id="rId8"/>
    <p:sldId id="313" r:id="rId9"/>
    <p:sldId id="318" r:id="rId10"/>
    <p:sldId id="309" r:id="rId11"/>
    <p:sldId id="307" r:id="rId12"/>
    <p:sldId id="315" r:id="rId13"/>
    <p:sldId id="305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3D9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61849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设备模块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3.11.0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停机误时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维修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22625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当班误时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登记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3745658" y="3176914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763093" y="3207691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重大故障分析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改善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2670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当班误时登记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543306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功能描述：按照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“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设备、原材料、人员、运维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登记误时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信息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2670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当班误时登记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3840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功能描述：列表展示当前登记的误时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记录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34865" y="-149923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zh-CN" altLang="en-US" sz="3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763093" y="226471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停机误时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维修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763093" y="1225507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当班误时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登记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3745658" y="325799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03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4763093" y="3273382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重大故障分析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改善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5693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2.1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停机误时维修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607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功能描述：根据当班误时登记的设备误时信息，自动生成维修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记录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5599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停机误时维修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维修员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维修员根据单据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内容，登记维修内容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17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590544" y="3056763"/>
            <a:ext cx="5553456" cy="713232"/>
            <a:chOff x="5654" y="3368"/>
            <a:chExt cx="8746" cy="1123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5654" y="3368"/>
              <a:ext cx="8746" cy="1123"/>
            </a:xfrm>
            <a:prstGeom prst="rect">
              <a:avLst/>
            </a:prstGeom>
            <a:solidFill>
              <a:srgbClr val="1C53D9"/>
            </a:solidFill>
            <a:ln>
              <a:noFill/>
            </a:ln>
            <a:effectLst>
              <a:outerShdw blurRad="63500" dist="25400" dir="5400000" algn="ctr" rotWithShape="0">
                <a:srgbClr val="1C53D9">
                  <a:alpha val="4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5899" y="3518"/>
              <a:ext cx="930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</a:t>
              </a:r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</a:t>
              </a:r>
              <a:endPara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7501" y="3566"/>
              <a:ext cx="44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重大故障分析</a:t>
              </a: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改善</a:t>
              </a:r>
              <a:endPara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3745865" y="1210310"/>
            <a:ext cx="3181350" cy="521970"/>
            <a:chOff x="5899" y="1906"/>
            <a:chExt cx="5010" cy="822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899" y="1906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01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7501" y="1930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当班误时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登记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3745865" y="2133600"/>
            <a:ext cx="3181350" cy="521970"/>
            <a:chOff x="5899" y="3344"/>
            <a:chExt cx="5010" cy="822"/>
          </a:xfrm>
        </p:grpSpPr>
        <p:sp>
          <p:nvSpPr>
            <p:cNvPr id="2" name="文本框 1"/>
            <p:cNvSpPr txBox="1"/>
            <p:nvPr>
              <p:custDataLst>
                <p:tags r:id="rId9"/>
              </p:custDataLst>
            </p:nvPr>
          </p:nvSpPr>
          <p:spPr>
            <a:xfrm>
              <a:off x="5899" y="3344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02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7501" y="3368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停机误时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维修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9274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重大故障分析改善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607822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设备误时超过</a:t>
            </a:r>
            <a:r>
              <a:rPr lang="en-US" altLang="zh-CN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30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分钟，系统自动生成故障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分析改善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报告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9180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重大故障分析改善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维修员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填写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3434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功能描述：维修员登记故障分析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结论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39738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设备模块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3.10.0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2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3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4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5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6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7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8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9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0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1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2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3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4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15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16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17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18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19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0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1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2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3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544</Words>
  <Application>WPS 演示</Application>
  <PresentationFormat>全屏显示(16:9)</PresentationFormat>
  <Paragraphs>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儒毅</cp:lastModifiedBy>
  <cp:revision>62</cp:revision>
  <dcterms:created xsi:type="dcterms:W3CDTF">2025-02-10T02:33:00Z</dcterms:created>
  <dcterms:modified xsi:type="dcterms:W3CDTF">2025-07-31T07:23:54Z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AEFD41B848154CD4B109ACF84D614C21_12</vt:lpwstr>
  </property>
  <property fmtid="{D5CDD505-2E9C-101B-9397-08002B2CF9AE}" pid="3" name="KSOProductBuildVer">
    <vt:lpwstr>2052-12.1.0.21915</vt:lpwstr>
  </property>
</Properties>
</file>