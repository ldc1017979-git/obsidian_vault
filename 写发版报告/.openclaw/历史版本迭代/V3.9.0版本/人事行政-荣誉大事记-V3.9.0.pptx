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62" r:id="rId5"/>
    <p:sldId id="295" r:id="rId6"/>
    <p:sldId id="309" r:id="rId7"/>
    <p:sldId id="306" r:id="rId8"/>
    <p:sldId id="291" r:id="rId9"/>
    <p:sldId id="311" r:id="rId10"/>
    <p:sldId id="316" r:id="rId11"/>
    <p:sldId id="312" r:id="rId12"/>
    <p:sldId id="313" r:id="rId13"/>
    <p:sldId id="305" r:id="rId14"/>
  </p:sldIdLst>
  <p:sldSz cx="9144000" cy="5143500" type="screen16x9"/>
  <p:notesSz cx="6858000" cy="9144000"/>
  <p:custDataLst>
    <p:tags r:id="rId18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53D9"/>
    <a:srgbClr val="FFC000"/>
    <a:srgbClr val="17D594"/>
    <a:srgbClr val="F7A3A3"/>
    <a:srgbClr val="FDE7E7"/>
    <a:srgbClr val="D95D61"/>
    <a:srgbClr val="DB696D"/>
    <a:srgbClr val="D44D51"/>
    <a:srgbClr val="C3C3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98" d="100"/>
          <a:sy n="198" d="100"/>
        </p:scale>
        <p:origin x="1542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50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9F60A8-5704-417B-9342-B9521C3015A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FEE847-FC93-470B-B269-6988605DEEB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FEE847-FC93-470B-B269-6988605DEE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5FEE847-FC93-470B-B269-6988605DEEB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2382" y="173076"/>
            <a:ext cx="775853" cy="25963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3.xml"/><Relationship Id="rId8" Type="http://schemas.openxmlformats.org/officeDocument/2006/relationships/tags" Target="../tags/tag12.xml"/><Relationship Id="rId7" Type="http://schemas.openxmlformats.org/officeDocument/2006/relationships/tags" Target="../tags/tag11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1" Type="http://schemas.openxmlformats.org/officeDocument/2006/relationships/slideLayout" Target="../slideLayouts/slideLayout1.xml"/><Relationship Id="rId20" Type="http://schemas.openxmlformats.org/officeDocument/2006/relationships/tags" Target="../tags/tag24.xml"/><Relationship Id="rId2" Type="http://schemas.openxmlformats.org/officeDocument/2006/relationships/tags" Target="../tags/tag6.xml"/><Relationship Id="rId19" Type="http://schemas.openxmlformats.org/officeDocument/2006/relationships/tags" Target="../tags/tag23.xml"/><Relationship Id="rId18" Type="http://schemas.openxmlformats.org/officeDocument/2006/relationships/tags" Target="../tags/tag22.xml"/><Relationship Id="rId17" Type="http://schemas.openxmlformats.org/officeDocument/2006/relationships/tags" Target="../tags/tag21.xml"/><Relationship Id="rId16" Type="http://schemas.openxmlformats.org/officeDocument/2006/relationships/tags" Target="../tags/tag20.xml"/><Relationship Id="rId15" Type="http://schemas.openxmlformats.org/officeDocument/2006/relationships/tags" Target="../tags/tag19.xml"/><Relationship Id="rId14" Type="http://schemas.openxmlformats.org/officeDocument/2006/relationships/tags" Target="../tags/tag18.xml"/><Relationship Id="rId13" Type="http://schemas.openxmlformats.org/officeDocument/2006/relationships/tags" Target="../tags/tag17.xml"/><Relationship Id="rId12" Type="http://schemas.openxmlformats.org/officeDocument/2006/relationships/tags" Target="../tags/tag16.xml"/><Relationship Id="rId11" Type="http://schemas.openxmlformats.org/officeDocument/2006/relationships/tags" Target="../tags/tag15.xml"/><Relationship Id="rId10" Type="http://schemas.openxmlformats.org/officeDocument/2006/relationships/tags" Target="../tags/tag14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40.xml"/><Relationship Id="rId15" Type="http://schemas.openxmlformats.org/officeDocument/2006/relationships/tags" Target="../tags/tag39.xml"/><Relationship Id="rId14" Type="http://schemas.openxmlformats.org/officeDocument/2006/relationships/tags" Target="../tags/tag38.xml"/><Relationship Id="rId13" Type="http://schemas.openxmlformats.org/officeDocument/2006/relationships/tags" Target="../tags/tag37.xml"/><Relationship Id="rId12" Type="http://schemas.openxmlformats.org/officeDocument/2006/relationships/tags" Target="../tags/tag36.xml"/><Relationship Id="rId11" Type="http://schemas.openxmlformats.org/officeDocument/2006/relationships/tags" Target="../tags/tag35.xml"/><Relationship Id="rId10" Type="http://schemas.openxmlformats.org/officeDocument/2006/relationships/tags" Target="../tags/tag34.xml"/><Relationship Id="rId1" Type="http://schemas.openxmlformats.org/officeDocument/2006/relationships/tags" Target="../tags/tag2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46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tags" Target="../tags/tag45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47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48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tags" Target="../tags/tag49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1497627" y="4843263"/>
            <a:ext cx="6148747" cy="24622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algn="dist"/>
            <a:r>
              <a:rPr lang="zh-CN" altLang="en-US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一切以客户为中心 </a:t>
            </a:r>
            <a:r>
              <a:rPr lang="en-US" altLang="zh-CN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诚信 </a:t>
            </a:r>
            <a:r>
              <a:rPr lang="en-US" altLang="zh-CN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创新 </a:t>
            </a:r>
            <a:r>
              <a:rPr lang="en-US" altLang="zh-CN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高效 </a:t>
            </a:r>
            <a:r>
              <a:rPr lang="en-US" altLang="zh-CN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奋斗</a:t>
            </a:r>
            <a:endParaRPr lang="zh-CN" altLang="en-US" sz="1000" spc="284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32197" y="3188613"/>
            <a:ext cx="76796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汇报人：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XXX       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时间：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2023.03. 08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9" name="图形 1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0446" y="4674871"/>
            <a:ext cx="4041734" cy="184705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53D9">
              <a:alpha val="61000"/>
            </a:srgbClr>
          </a:solidFill>
          <a:ln>
            <a:solidFill>
              <a:srgbClr val="1C53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287" y="479221"/>
            <a:ext cx="1055019" cy="353264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00400" y="1733014"/>
            <a:ext cx="8071485" cy="6756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数智工厂</a:t>
            </a:r>
            <a:r>
              <a:rPr lang="en-US" altLang="zh-CN" sz="3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3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行政</a:t>
            </a:r>
            <a:r>
              <a:rPr lang="en-US" altLang="zh-CN" sz="3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38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大事记</a:t>
            </a:r>
            <a:r>
              <a:rPr lang="en-US" altLang="zh-CN" sz="38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38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荣誉</a:t>
            </a:r>
            <a:r>
              <a:rPr lang="zh-CN" altLang="en-US" sz="3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使用手册</a:t>
            </a:r>
            <a:endParaRPr lang="zh-CN" altLang="en-US" sz="3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00400" y="2740650"/>
            <a:ext cx="204914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版本号：数智工厂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3.9.0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版本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00400" y="3084279"/>
            <a:ext cx="194881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   间：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06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590544" y="1100328"/>
            <a:ext cx="5553456" cy="713232"/>
          </a:xfrm>
          <a:prstGeom prst="rect">
            <a:avLst/>
          </a:prstGeom>
          <a:solidFill>
            <a:srgbClr val="1C53D9"/>
          </a:solidFill>
          <a:ln>
            <a:noFill/>
          </a:ln>
          <a:effectLst>
            <a:outerShdw blurRad="63500" dist="25400" dir="5400000" algn="ctr" rotWithShape="0">
              <a:srgbClr val="1C53D9">
                <a:alpha val="4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3745658" y="2233939"/>
            <a:ext cx="6270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C3C3C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02</a:t>
            </a:r>
            <a:endParaRPr lang="zh-CN" altLang="en-US" sz="2800" b="1" dirty="0">
              <a:solidFill>
                <a:srgbClr val="C3C3C3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75570" y="1050685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40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39160" y="1648362"/>
            <a:ext cx="19591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Contents</a:t>
            </a:r>
            <a:endParaRPr lang="zh-CN" altLang="en-US" sz="3200" b="1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sp>
        <p:nvSpPr>
          <p:cNvPr id="13" name="文本框 12"/>
          <p:cNvSpPr txBox="1"/>
          <p:nvPr>
            <p:custDataLst>
              <p:tags r:id="rId2"/>
            </p:custDataLst>
          </p:nvPr>
        </p:nvSpPr>
        <p:spPr>
          <a:xfrm>
            <a:off x="4763093" y="2264716"/>
            <a:ext cx="3310890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荣誉</a:t>
            </a:r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大事记操作说明</a:t>
            </a:r>
            <a:endParaRPr lang="zh-CN" altLang="en-US" sz="26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6" name="文本框 15"/>
          <p:cNvSpPr txBox="1"/>
          <p:nvPr>
            <p:custDataLst>
              <p:tags r:id="rId3"/>
            </p:custDataLst>
          </p:nvPr>
        </p:nvSpPr>
        <p:spPr>
          <a:xfrm>
            <a:off x="3745658" y="1210118"/>
            <a:ext cx="57785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01</a:t>
            </a:r>
            <a:endParaRPr lang="zh-CN" altLang="en-US" sz="2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7" name="文本框 16"/>
          <p:cNvSpPr txBox="1"/>
          <p:nvPr>
            <p:custDataLst>
              <p:tags r:id="rId4"/>
            </p:custDataLst>
          </p:nvPr>
        </p:nvSpPr>
        <p:spPr>
          <a:xfrm>
            <a:off x="4763093" y="1225507"/>
            <a:ext cx="3253105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功能介绍及业务流程 </a:t>
            </a:r>
            <a:endParaRPr lang="zh-CN" altLang="en-US" sz="2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8151213" y="4829810"/>
            <a:ext cx="430983" cy="84582"/>
            <a:chOff x="8171533" y="4906010"/>
            <a:chExt cx="430983" cy="84582"/>
          </a:xfrm>
        </p:grpSpPr>
        <p:sp>
          <p:nvSpPr>
            <p:cNvPr id="22" name="椭圆 21"/>
            <p:cNvSpPr/>
            <p:nvPr/>
          </p:nvSpPr>
          <p:spPr>
            <a:xfrm>
              <a:off x="8517934" y="4906010"/>
              <a:ext cx="84582" cy="84582"/>
            </a:xfrm>
            <a:prstGeom prst="ellipse">
              <a:avLst/>
            </a:prstGeom>
            <a:solidFill>
              <a:srgbClr val="D44D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8344734" y="4906010"/>
              <a:ext cx="84582" cy="84582"/>
            </a:xfrm>
            <a:prstGeom prst="ellipse">
              <a:avLst/>
            </a:prstGeom>
            <a:solidFill>
              <a:srgbClr val="D44D51">
                <a:alpha val="5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8171533" y="4906010"/>
              <a:ext cx="84582" cy="84582"/>
            </a:xfrm>
            <a:prstGeom prst="ellipse">
              <a:avLst/>
            </a:prstGeom>
            <a:solidFill>
              <a:srgbClr val="D44D51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38493" y="109401"/>
            <a:ext cx="3656965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01.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功能介绍及流程说明</a:t>
            </a:r>
            <a:endParaRPr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矩形: 圆角 131"/>
          <p:cNvSpPr/>
          <p:nvPr/>
        </p:nvSpPr>
        <p:spPr>
          <a:xfrm>
            <a:off x="1190625" y="1183640"/>
            <a:ext cx="6990080" cy="3100705"/>
          </a:xfrm>
          <a:prstGeom prst="roundRect">
            <a:avLst>
              <a:gd name="adj" fmla="val 14025"/>
            </a:avLst>
          </a:prstGeom>
          <a:solidFill>
            <a:srgbClr val="1C53D9"/>
          </a:solidFill>
          <a:ln w="6350" cap="flat">
            <a:noFill/>
            <a:prstDash val="solid"/>
            <a:miter/>
          </a:ln>
          <a:effectLst>
            <a:outerShdw blurRad="532726" dist="199107" dir="5400000" algn="t" rotWithShape="0">
              <a:schemeClr val="accent1">
                <a:alpha val="16774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61" name="组合 60"/>
          <p:cNvGrpSpPr/>
          <p:nvPr/>
        </p:nvGrpSpPr>
        <p:grpSpPr>
          <a:xfrm>
            <a:off x="1517453" y="1443607"/>
            <a:ext cx="2755900" cy="307340"/>
            <a:chOff x="917011" y="1529802"/>
            <a:chExt cx="2755900" cy="307340"/>
          </a:xfrm>
        </p:grpSpPr>
        <p:sp>
          <p:nvSpPr>
            <p:cNvPr id="62" name="椭圆 61"/>
            <p:cNvSpPr/>
            <p:nvPr/>
          </p:nvSpPr>
          <p:spPr>
            <a:xfrm>
              <a:off x="917011" y="1580860"/>
              <a:ext cx="158750" cy="158750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1202761" y="1529802"/>
              <a:ext cx="2470150" cy="3073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OPPOSans B" panose="00020600040101010101" pitchFamily="18" charset="-122"/>
                </a:rPr>
                <a:t>荣誉</a:t>
              </a:r>
              <a:r>
                <a:rPr kumimoji="0" lang="en-US" altLang="zh-CN" sz="2000" b="1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OPPOSans B" panose="00020600040101010101" pitchFamily="18" charset="-122"/>
                </a:rPr>
                <a:t>/</a:t>
              </a:r>
              <a:r>
                <a:rPr kumimoji="0" lang="zh-CN" altLang="en-US" sz="2000" b="1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OPPOSans B" panose="00020600040101010101" pitchFamily="18" charset="-122"/>
                </a:rPr>
                <a:t>大事记功能说明</a:t>
              </a:r>
              <a:endParaRPr kumimoji="0" lang="zh-CN" altLang="en-US" sz="2000" b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B" panose="00020600040101010101" pitchFamily="18" charset="-122"/>
              </a:endParaRPr>
            </a:p>
          </p:txBody>
        </p:sp>
      </p:grpSp>
      <p:sp>
        <p:nvSpPr>
          <p:cNvPr id="64" name="文本框 63"/>
          <p:cNvSpPr txBox="1"/>
          <p:nvPr/>
        </p:nvSpPr>
        <p:spPr>
          <a:xfrm>
            <a:off x="1425575" y="1772285"/>
            <a:ext cx="6585585" cy="23310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支持通过</a:t>
            </a:r>
            <a:r>
              <a:rPr kumimoji="0" lang="zh-CN" altLang="en-US" sz="1600" b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单条新增或批量导入</a:t>
            </a:r>
            <a:r>
              <a:rPr kumimoji="0" lang="zh-CN" altLang="en-US" sz="16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的方式，记录基地重大事件及员工荣誉事迹。后续可通过</a:t>
            </a:r>
            <a:r>
              <a:rPr kumimoji="0" lang="zh-CN" altLang="en-US" sz="1600" b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基地事件统计看板</a:t>
            </a:r>
            <a:r>
              <a:rPr kumimoji="0" lang="zh-CN" altLang="en-US" sz="16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直观呈现事件全貌，同时在</a:t>
            </a:r>
            <a:r>
              <a:rPr kumimoji="0" lang="zh-CN" altLang="en-US" sz="1600" b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员工档案中同步展示获奖记录</a:t>
            </a:r>
            <a:r>
              <a:rPr kumimoji="0" lang="zh-CN" altLang="en-US" sz="16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，实现事件与个人荣誉的双向关联与可视化管理。</a:t>
            </a:r>
            <a:endParaRPr kumimoji="0" lang="zh-CN" altLang="en-US" sz="160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该功能可满足基地对重要事项的系统化留存需求，既便于追溯基地发展历程中的关键节点，也能全面梳理员工职业成就，为团队激励与档案管理提供数据支撑。</a:t>
            </a:r>
            <a:endParaRPr kumimoji="0" lang="zh-CN" altLang="en-US" sz="160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38493" y="109401"/>
            <a:ext cx="3326765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1.2</a:t>
            </a:r>
            <a:r>
              <a:rPr lang="zh-CN" altLang="en-US" sz="2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荣誉记录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业务流程</a:t>
            </a:r>
            <a:endParaRPr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任意多边形: 形状 35"/>
          <p:cNvSpPr/>
          <p:nvPr>
            <p:custDataLst>
              <p:tags r:id="rId1"/>
            </p:custDataLst>
          </p:nvPr>
        </p:nvSpPr>
        <p:spPr>
          <a:xfrm>
            <a:off x="6473756" y="3303894"/>
            <a:ext cx="2670043" cy="265871"/>
          </a:xfrm>
          <a:custGeom>
            <a:avLst/>
            <a:gdLst>
              <a:gd name="connsiteX0" fmla="*/ 222587 w 228229"/>
              <a:gd name="connsiteY0" fmla="*/ 120936 h 260315"/>
              <a:gd name="connsiteX1" fmla="*/ 14943 w 228229"/>
              <a:gd name="connsiteY1" fmla="*/ 1017 h 260315"/>
              <a:gd name="connsiteX2" fmla="*/ 893 w 228229"/>
              <a:gd name="connsiteY2" fmla="*/ 4779 h 260315"/>
              <a:gd name="connsiteX3" fmla="*/ -488 w 228229"/>
              <a:gd name="connsiteY3" fmla="*/ 9875 h 260315"/>
              <a:gd name="connsiteX4" fmla="*/ -488 w 228229"/>
              <a:gd name="connsiteY4" fmla="*/ 249714 h 260315"/>
              <a:gd name="connsiteX5" fmla="*/ 9847 w 228229"/>
              <a:gd name="connsiteY5" fmla="*/ 259954 h 260315"/>
              <a:gd name="connsiteX6" fmla="*/ 14943 w 228229"/>
              <a:gd name="connsiteY6" fmla="*/ 258572 h 260315"/>
              <a:gd name="connsiteX7" fmla="*/ 222587 w 228229"/>
              <a:gd name="connsiteY7" fmla="*/ 138653 h 260315"/>
              <a:gd name="connsiteX8" fmla="*/ 226407 w 228229"/>
              <a:gd name="connsiteY8" fmla="*/ 124756 h 260315"/>
              <a:gd name="connsiteX9" fmla="*/ 222587 w 228229"/>
              <a:gd name="connsiteY9" fmla="*/ 120936 h 260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473" h="545">
                <a:moveTo>
                  <a:pt x="5131" y="0"/>
                </a:moveTo>
                <a:cubicBezTo>
                  <a:pt x="5134" y="0"/>
                  <a:pt x="5137" y="1"/>
                  <a:pt x="5140" y="3"/>
                </a:cubicBezTo>
                <a:lnTo>
                  <a:pt x="5465" y="254"/>
                </a:lnTo>
                <a:cubicBezTo>
                  <a:pt x="5468" y="256"/>
                  <a:pt x="5470" y="259"/>
                  <a:pt x="5471" y="262"/>
                </a:cubicBezTo>
                <a:cubicBezTo>
                  <a:pt x="5476" y="272"/>
                  <a:pt x="5473" y="285"/>
                  <a:pt x="5465" y="291"/>
                </a:cubicBezTo>
                <a:lnTo>
                  <a:pt x="5140" y="542"/>
                </a:lnTo>
                <a:cubicBezTo>
                  <a:pt x="5138" y="544"/>
                  <a:pt x="5135" y="545"/>
                  <a:pt x="5132" y="545"/>
                </a:cubicBezTo>
                <a:cubicBezTo>
                  <a:pt x="5124" y="545"/>
                  <a:pt x="5116" y="535"/>
                  <a:pt x="5116" y="524"/>
                </a:cubicBezTo>
                <a:lnTo>
                  <a:pt x="5116" y="435"/>
                </a:lnTo>
                <a:lnTo>
                  <a:pt x="0" y="435"/>
                </a:lnTo>
                <a:lnTo>
                  <a:pt x="0" y="111"/>
                </a:lnTo>
                <a:lnTo>
                  <a:pt x="5116" y="111"/>
                </a:lnTo>
                <a:lnTo>
                  <a:pt x="5116" y="21"/>
                </a:lnTo>
                <a:cubicBezTo>
                  <a:pt x="5116" y="18"/>
                  <a:pt x="5117" y="14"/>
                  <a:pt x="5118" y="11"/>
                </a:cubicBezTo>
                <a:cubicBezTo>
                  <a:pt x="5121" y="4"/>
                  <a:pt x="5126" y="1"/>
                  <a:pt x="5131" y="0"/>
                </a:cubicBezTo>
                <a:close/>
              </a:path>
            </a:pathLst>
          </a:custGeom>
          <a:solidFill>
            <a:srgbClr val="17D594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70248" tIns="35124" rIns="70248" bIns="35124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9pPr>
          </a:lstStyle>
          <a:p>
            <a:endParaRPr lang="zh-CN" altLang="en-US" sz="1385">
              <a:latin typeface="微软雅黑" panose="020B0503020204020204" pitchFamily="34" charset="-122"/>
            </a:endParaRPr>
          </a:p>
        </p:txBody>
      </p:sp>
      <p:sp>
        <p:nvSpPr>
          <p:cNvPr id="25" name="任意多边形 24"/>
          <p:cNvSpPr/>
          <p:nvPr>
            <p:custDataLst>
              <p:tags r:id="rId2"/>
            </p:custDataLst>
          </p:nvPr>
        </p:nvSpPr>
        <p:spPr>
          <a:xfrm rot="10800000">
            <a:off x="2241289" y="2600922"/>
            <a:ext cx="2607484" cy="916644"/>
          </a:xfrm>
          <a:custGeom>
            <a:avLst/>
            <a:gdLst>
              <a:gd name="adj" fmla="val 5000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345" h="1879">
                <a:moveTo>
                  <a:pt x="390" y="0"/>
                </a:moveTo>
                <a:lnTo>
                  <a:pt x="3643" y="0"/>
                </a:lnTo>
                <a:lnTo>
                  <a:pt x="3643" y="2"/>
                </a:lnTo>
                <a:lnTo>
                  <a:pt x="4407" y="2"/>
                </a:lnTo>
                <a:cubicBezTo>
                  <a:pt x="4925" y="2"/>
                  <a:pt x="5345" y="422"/>
                  <a:pt x="5345" y="941"/>
                </a:cubicBezTo>
                <a:cubicBezTo>
                  <a:pt x="5345" y="1459"/>
                  <a:pt x="4925" y="1879"/>
                  <a:pt x="4407" y="1879"/>
                </a:cubicBezTo>
                <a:lnTo>
                  <a:pt x="3027" y="1879"/>
                </a:lnTo>
                <a:lnTo>
                  <a:pt x="3027" y="1877"/>
                </a:lnTo>
                <a:lnTo>
                  <a:pt x="2514" y="1877"/>
                </a:lnTo>
                <a:lnTo>
                  <a:pt x="0" y="1877"/>
                </a:lnTo>
                <a:lnTo>
                  <a:pt x="0" y="1553"/>
                </a:lnTo>
                <a:lnTo>
                  <a:pt x="2514" y="1553"/>
                </a:lnTo>
                <a:lnTo>
                  <a:pt x="3643" y="1553"/>
                </a:lnTo>
                <a:lnTo>
                  <a:pt x="3643" y="1555"/>
                </a:lnTo>
                <a:lnTo>
                  <a:pt x="4385" y="1555"/>
                </a:lnTo>
                <a:cubicBezTo>
                  <a:pt x="4725" y="1555"/>
                  <a:pt x="5000" y="1280"/>
                  <a:pt x="5000" y="941"/>
                </a:cubicBezTo>
                <a:cubicBezTo>
                  <a:pt x="5000" y="601"/>
                  <a:pt x="4725" y="326"/>
                  <a:pt x="4385" y="326"/>
                </a:cubicBezTo>
                <a:lnTo>
                  <a:pt x="1555" y="326"/>
                </a:lnTo>
                <a:lnTo>
                  <a:pt x="1555" y="327"/>
                </a:lnTo>
                <a:lnTo>
                  <a:pt x="390" y="327"/>
                </a:lnTo>
                <a:lnTo>
                  <a:pt x="390" y="324"/>
                </a:lnTo>
                <a:lnTo>
                  <a:pt x="390" y="3"/>
                </a:lnTo>
                <a:lnTo>
                  <a:pt x="390" y="0"/>
                </a:lnTo>
                <a:close/>
              </a:path>
            </a:pathLst>
          </a:cu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algn="ctr"/>
            <a:endParaRPr lang="zh-CN" altLang="en-US" sz="1385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3"/>
            </p:custDataLst>
          </p:nvPr>
        </p:nvSpPr>
        <p:spPr>
          <a:xfrm rot="10800000">
            <a:off x="3784803" y="3358044"/>
            <a:ext cx="2778714" cy="160010"/>
          </a:xfrm>
          <a:custGeom>
            <a:avLst/>
            <a:gdLst>
              <a:gd name="adj" fmla="val 5000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929" h="324">
                <a:moveTo>
                  <a:pt x="0" y="0"/>
                </a:moveTo>
                <a:lnTo>
                  <a:pt x="4929" y="0"/>
                </a:lnTo>
                <a:lnTo>
                  <a:pt x="4929" y="324"/>
                </a:lnTo>
                <a:lnTo>
                  <a:pt x="0" y="324"/>
                </a:lnTo>
                <a:lnTo>
                  <a:pt x="0" y="0"/>
                </a:lnTo>
                <a:close/>
              </a:path>
            </a:pathLst>
          </a:cu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algn="ctr"/>
            <a:endParaRPr lang="zh-CN" altLang="en-US" sz="1385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序号"/>
          <p:cNvSpPr/>
          <p:nvPr>
            <p:custDataLst>
              <p:tags r:id="rId4"/>
            </p:custDataLst>
          </p:nvPr>
        </p:nvSpPr>
        <p:spPr>
          <a:xfrm>
            <a:off x="3410633" y="3247793"/>
            <a:ext cx="378561" cy="378561"/>
          </a:xfrm>
          <a:prstGeom prst="ellipse">
            <a:avLst/>
          </a:prstGeom>
          <a:solidFill>
            <a:srgbClr val="FFFFFF"/>
          </a:solidFill>
          <a:ln w="34925" cap="flat" cmpd="sng" algn="ctr">
            <a:solidFill>
              <a:srgbClr val="FFC000"/>
            </a:solidFill>
            <a:prstDash val="solid"/>
            <a:miter lim="800000"/>
          </a:ln>
          <a:effectLst/>
        </p:spPr>
        <p:txBody>
          <a:bodyPr vertOverflow="overflow" horzOverflow="overflow" vert="horz" wrap="none" lIns="70248" tIns="35124" rIns="70248" bIns="35124" numCol="1" spcCol="0" rtlCol="0" fromWordArt="0" anchor="ctr" anchorCtr="0" forceAA="0" compatLnSpc="1">
            <a:norm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 sz="1075" b="1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4</a:t>
            </a:r>
            <a:endParaRPr lang="en-US" altLang="zh-CN" sz="1075" b="1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8" name="任意多边形 27"/>
          <p:cNvSpPr/>
          <p:nvPr>
            <p:custDataLst>
              <p:tags r:id="rId5"/>
            </p:custDataLst>
          </p:nvPr>
        </p:nvSpPr>
        <p:spPr>
          <a:xfrm>
            <a:off x="4520460" y="1845752"/>
            <a:ext cx="2410398" cy="915668"/>
          </a:xfrm>
          <a:custGeom>
            <a:avLst/>
            <a:gdLst>
              <a:gd name="adj" fmla="val 5000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941" h="1877">
                <a:moveTo>
                  <a:pt x="247" y="0"/>
                </a:moveTo>
                <a:lnTo>
                  <a:pt x="522" y="0"/>
                </a:lnTo>
                <a:lnTo>
                  <a:pt x="3728" y="0"/>
                </a:lnTo>
                <a:lnTo>
                  <a:pt x="4003" y="0"/>
                </a:lnTo>
                <a:cubicBezTo>
                  <a:pt x="4521" y="0"/>
                  <a:pt x="4941" y="420"/>
                  <a:pt x="4941" y="939"/>
                </a:cubicBezTo>
                <a:cubicBezTo>
                  <a:pt x="4941" y="1457"/>
                  <a:pt x="4521" y="1877"/>
                  <a:pt x="4003" y="1877"/>
                </a:cubicBezTo>
                <a:lnTo>
                  <a:pt x="3728" y="1877"/>
                </a:lnTo>
                <a:lnTo>
                  <a:pt x="2658" y="1877"/>
                </a:lnTo>
                <a:lnTo>
                  <a:pt x="2383" y="1877"/>
                </a:lnTo>
                <a:lnTo>
                  <a:pt x="2383" y="1874"/>
                </a:lnTo>
                <a:lnTo>
                  <a:pt x="0" y="1874"/>
                </a:lnTo>
                <a:lnTo>
                  <a:pt x="0" y="1550"/>
                </a:lnTo>
                <a:lnTo>
                  <a:pt x="2514" y="1550"/>
                </a:lnTo>
                <a:lnTo>
                  <a:pt x="2514" y="1553"/>
                </a:lnTo>
                <a:lnTo>
                  <a:pt x="2658" y="1553"/>
                </a:lnTo>
                <a:lnTo>
                  <a:pt x="3706" y="1553"/>
                </a:lnTo>
                <a:cubicBezTo>
                  <a:pt x="3722" y="1553"/>
                  <a:pt x="3738" y="1552"/>
                  <a:pt x="3753" y="1551"/>
                </a:cubicBezTo>
                <a:lnTo>
                  <a:pt x="3760" y="1551"/>
                </a:lnTo>
                <a:lnTo>
                  <a:pt x="3760" y="1553"/>
                </a:lnTo>
                <a:lnTo>
                  <a:pt x="3981" y="1553"/>
                </a:lnTo>
                <a:cubicBezTo>
                  <a:pt x="4321" y="1553"/>
                  <a:pt x="4596" y="1278"/>
                  <a:pt x="4596" y="939"/>
                </a:cubicBezTo>
                <a:cubicBezTo>
                  <a:pt x="4596" y="599"/>
                  <a:pt x="4321" y="324"/>
                  <a:pt x="3981" y="324"/>
                </a:cubicBezTo>
                <a:lnTo>
                  <a:pt x="3760" y="324"/>
                </a:lnTo>
                <a:lnTo>
                  <a:pt x="3760" y="326"/>
                </a:lnTo>
                <a:lnTo>
                  <a:pt x="3753" y="326"/>
                </a:lnTo>
                <a:cubicBezTo>
                  <a:pt x="3738" y="325"/>
                  <a:pt x="3722" y="324"/>
                  <a:pt x="3706" y="324"/>
                </a:cubicBezTo>
                <a:lnTo>
                  <a:pt x="522" y="324"/>
                </a:lnTo>
                <a:lnTo>
                  <a:pt x="247" y="324"/>
                </a:lnTo>
                <a:lnTo>
                  <a:pt x="247" y="0"/>
                </a:lnTo>
                <a:close/>
              </a:path>
            </a:pathLst>
          </a:custGeom>
          <a:solidFill>
            <a:srgbClr val="FF742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algn="ctr"/>
            <a:endParaRPr lang="zh-CN" altLang="en-US" sz="1385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序号"/>
          <p:cNvSpPr/>
          <p:nvPr>
            <p:custDataLst>
              <p:tags r:id="rId6"/>
            </p:custDataLst>
          </p:nvPr>
        </p:nvSpPr>
        <p:spPr>
          <a:xfrm>
            <a:off x="4377524" y="2499940"/>
            <a:ext cx="378561" cy="378561"/>
          </a:xfrm>
          <a:prstGeom prst="ellipse">
            <a:avLst/>
          </a:prstGeom>
          <a:solidFill>
            <a:srgbClr val="FFFFFF"/>
          </a:solidFill>
          <a:ln w="34925" cap="flat" cmpd="sng" algn="ctr">
            <a:solidFill>
              <a:srgbClr val="FFC000"/>
            </a:solidFill>
            <a:prstDash val="solid"/>
            <a:miter lim="800000"/>
          </a:ln>
          <a:effectLst/>
        </p:spPr>
        <p:txBody>
          <a:bodyPr vertOverflow="overflow" horzOverflow="overflow" vert="horz" wrap="none" lIns="70248" tIns="35124" rIns="70248" bIns="35124" numCol="1" spcCol="0" rtlCol="0" fromWordArt="0" anchor="ctr" anchorCtr="0" forceAA="0" compatLnSpc="1">
            <a:norm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 sz="1075" b="1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3</a:t>
            </a:r>
            <a:endParaRPr lang="en-US" altLang="zh-CN" sz="1075" b="1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0" name="任意多边形 29"/>
          <p:cNvSpPr/>
          <p:nvPr>
            <p:custDataLst>
              <p:tags r:id="rId7"/>
            </p:custDataLst>
          </p:nvPr>
        </p:nvSpPr>
        <p:spPr>
          <a:xfrm>
            <a:off x="-317" y="1845752"/>
            <a:ext cx="5532061" cy="158059"/>
          </a:xfrm>
          <a:custGeom>
            <a:avLst/>
            <a:gdLst>
              <a:gd name="adj" fmla="val 5000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763" h="324">
                <a:moveTo>
                  <a:pt x="0" y="0"/>
                </a:moveTo>
                <a:lnTo>
                  <a:pt x="8763" y="0"/>
                </a:lnTo>
                <a:lnTo>
                  <a:pt x="8763" y="324"/>
                </a:lnTo>
                <a:lnTo>
                  <a:pt x="0" y="324"/>
                </a:lnTo>
                <a:lnTo>
                  <a:pt x="0" y="0"/>
                </a:lnTo>
                <a:close/>
              </a:path>
            </a:pathLst>
          </a:custGeom>
          <a:solidFill>
            <a:srgbClr val="376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algn="ctr"/>
            <a:endParaRPr lang="zh-CN" altLang="en-US" sz="1385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序号"/>
          <p:cNvSpPr/>
          <p:nvPr>
            <p:custDataLst>
              <p:tags r:id="rId8"/>
            </p:custDataLst>
          </p:nvPr>
        </p:nvSpPr>
        <p:spPr>
          <a:xfrm>
            <a:off x="5344415" y="1745745"/>
            <a:ext cx="378561" cy="378561"/>
          </a:xfrm>
          <a:prstGeom prst="ellipse">
            <a:avLst/>
          </a:prstGeom>
          <a:solidFill>
            <a:srgbClr val="FFFFFF"/>
          </a:solidFill>
          <a:ln w="34925" cap="flat" cmpd="sng" algn="ctr">
            <a:solidFill>
              <a:srgbClr val="FF7429"/>
            </a:solidFill>
            <a:prstDash val="solid"/>
            <a:miter lim="800000"/>
          </a:ln>
          <a:effectLst/>
        </p:spPr>
        <p:txBody>
          <a:bodyPr vertOverflow="overflow" horzOverflow="overflow" vert="horz" wrap="none" lIns="70248" tIns="35124" rIns="70248" bIns="35124" numCol="1" spcCol="0" rtlCol="0" fromWordArt="0" anchor="ctr" anchorCtr="0" forceAA="0" compatLnSpc="1">
            <a:norm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 sz="1075" b="1">
                <a:solidFill>
                  <a:srgbClr val="FF74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2</a:t>
            </a:r>
            <a:endParaRPr lang="en-US" altLang="zh-CN" sz="1075" b="1">
              <a:solidFill>
                <a:srgbClr val="FF74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6" name="序号"/>
          <p:cNvSpPr/>
          <p:nvPr>
            <p:custDataLst>
              <p:tags r:id="rId9"/>
            </p:custDataLst>
          </p:nvPr>
        </p:nvSpPr>
        <p:spPr>
          <a:xfrm>
            <a:off x="6190323" y="3247793"/>
            <a:ext cx="378561" cy="378561"/>
          </a:xfrm>
          <a:prstGeom prst="ellipse">
            <a:avLst/>
          </a:prstGeom>
          <a:solidFill>
            <a:srgbClr val="FFFFFF"/>
          </a:solidFill>
          <a:ln w="34925" cap="flat" cmpd="sng" algn="ctr">
            <a:solidFill>
              <a:srgbClr val="17D594"/>
            </a:solidFill>
            <a:prstDash val="solid"/>
            <a:miter lim="800000"/>
          </a:ln>
          <a:effectLst/>
        </p:spPr>
        <p:txBody>
          <a:bodyPr vertOverflow="overflow" horzOverflow="overflow" vert="horz" wrap="none" lIns="70248" tIns="35124" rIns="70248" bIns="35124" numCol="1" spcCol="0" rtlCol="0" fromWordArt="0" anchor="ctr" anchorCtr="0" forceAA="0" compatLnSpc="1">
            <a:norm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 sz="1075" b="1">
                <a:solidFill>
                  <a:srgbClr val="17D59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5</a:t>
            </a:r>
            <a:endParaRPr lang="en-US" altLang="zh-CN" sz="1075" b="1">
              <a:solidFill>
                <a:srgbClr val="17D59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2" name="序号"/>
          <p:cNvSpPr/>
          <p:nvPr>
            <p:custDataLst>
              <p:tags r:id="rId10"/>
            </p:custDataLst>
          </p:nvPr>
        </p:nvSpPr>
        <p:spPr>
          <a:xfrm>
            <a:off x="2578385" y="1737940"/>
            <a:ext cx="378561" cy="378561"/>
          </a:xfrm>
          <a:prstGeom prst="ellipse">
            <a:avLst/>
          </a:prstGeom>
          <a:solidFill>
            <a:srgbClr val="FFFFFF"/>
          </a:solidFill>
          <a:ln w="34925" cap="flat" cmpd="sng" algn="ctr">
            <a:solidFill>
              <a:srgbClr val="376FFF"/>
            </a:solidFill>
            <a:prstDash val="solid"/>
            <a:miter lim="800000"/>
          </a:ln>
          <a:effectLst/>
        </p:spPr>
        <p:txBody>
          <a:bodyPr vertOverflow="overflow" horzOverflow="overflow" vert="horz" wrap="none" lIns="70248" tIns="35124" rIns="70248" bIns="35124" numCol="1" spcCol="0" rtlCol="0" fromWordArt="0" anchor="ctr" anchorCtr="0" forceAA="0" compatLnSpc="1">
            <a:norm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 sz="1075" b="1">
                <a:solidFill>
                  <a:srgbClr val="376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1</a:t>
            </a:r>
            <a:endParaRPr lang="en-US" altLang="zh-CN" sz="1075" b="1">
              <a:solidFill>
                <a:srgbClr val="376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3" name="矩形 32"/>
          <p:cNvSpPr/>
          <p:nvPr>
            <p:custDataLst>
              <p:tags r:id="rId11"/>
            </p:custDataLst>
          </p:nvPr>
        </p:nvSpPr>
        <p:spPr>
          <a:xfrm>
            <a:off x="4729742" y="912033"/>
            <a:ext cx="1608396" cy="42051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类型选择</a:t>
            </a:r>
            <a:r>
              <a:rPr lang="zh-CN" altLang="en-US" sz="12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荣誉记录</a:t>
            </a:r>
            <a:endParaRPr lang="zh-CN" altLang="en-US" sz="12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4" name="矩形 33"/>
          <p:cNvSpPr/>
          <p:nvPr>
            <p:custDataLst>
              <p:tags r:id="rId12"/>
            </p:custDataLst>
          </p:nvPr>
        </p:nvSpPr>
        <p:spPr>
          <a:xfrm>
            <a:off x="1727200" y="1044575"/>
            <a:ext cx="2147570" cy="26797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支持手动填写或批量导入</a:t>
            </a:r>
            <a:endParaRPr lang="zh-CN" altLang="en-US" sz="1200" dirty="0"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5" name="矩形 34"/>
          <p:cNvSpPr/>
          <p:nvPr>
            <p:custDataLst>
              <p:tags r:id="rId13"/>
            </p:custDataLst>
          </p:nvPr>
        </p:nvSpPr>
        <p:spPr>
          <a:xfrm>
            <a:off x="1898015" y="1414780"/>
            <a:ext cx="1800225" cy="31242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385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创建大事记</a:t>
            </a:r>
            <a:r>
              <a:rPr lang="en-US" altLang="zh-CN" sz="1385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/</a:t>
            </a:r>
            <a:r>
              <a:rPr lang="zh-CN" altLang="en-US" sz="1385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荣誉记录</a:t>
            </a:r>
            <a:endParaRPr lang="zh-CN" altLang="en-US" sz="1385" b="1" dirty="0">
              <a:solidFill>
                <a:srgbClr val="000000"/>
              </a:solidFill>
              <a:latin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>
            <p:custDataLst>
              <p:tags r:id="rId14"/>
            </p:custDataLst>
          </p:nvPr>
        </p:nvSpPr>
        <p:spPr>
          <a:xfrm>
            <a:off x="4729742" y="1425725"/>
            <a:ext cx="1608396" cy="312522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385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选择记录类型</a:t>
            </a:r>
            <a:endParaRPr lang="zh-CN" altLang="en-US" sz="1385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7" name="矩形 36"/>
          <p:cNvSpPr/>
          <p:nvPr>
            <p:custDataLst>
              <p:tags r:id="rId15"/>
            </p:custDataLst>
          </p:nvPr>
        </p:nvSpPr>
        <p:spPr>
          <a:xfrm>
            <a:off x="2794984" y="4005402"/>
            <a:ext cx="1609629" cy="42051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荣誉</a:t>
            </a:r>
            <a:r>
              <a:rPr lang="zh-CN" altLang="en-US" sz="1200" b="1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人员</a:t>
            </a:r>
            <a:r>
              <a:rPr lang="en-US" altLang="zh-CN" sz="1200" b="1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/</a:t>
            </a:r>
            <a:r>
              <a:rPr lang="zh-CN" altLang="en-US" sz="1200" b="1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等级</a:t>
            </a:r>
            <a:r>
              <a:rPr lang="en-US" altLang="zh-CN" sz="1200" b="1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/</a:t>
            </a:r>
            <a:r>
              <a:rPr lang="zh-CN" altLang="en-US" sz="1200" b="1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奖励</a:t>
            </a:r>
            <a:endParaRPr lang="zh-CN" altLang="en-US" sz="1200" b="1"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8" name="矩形 37"/>
          <p:cNvSpPr/>
          <p:nvPr>
            <p:custDataLst>
              <p:tags r:id="rId16"/>
            </p:custDataLst>
          </p:nvPr>
        </p:nvSpPr>
        <p:spPr>
          <a:xfrm>
            <a:off x="5245100" y="4020820"/>
            <a:ext cx="2573655" cy="4203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状态由</a:t>
            </a:r>
            <a:r>
              <a:rPr lang="zh-CN" altLang="en-US" sz="1200" b="1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【待确认】</a:t>
            </a:r>
            <a:r>
              <a:rPr lang="zh-CN" altLang="en-US" sz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变为</a:t>
            </a:r>
            <a:r>
              <a:rPr lang="zh-CN" altLang="en-US" sz="1200" b="1">
                <a:solidFill>
                  <a:srgbClr val="17D59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【已确认】</a:t>
            </a:r>
            <a:endParaRPr lang="zh-CN" altLang="en-US" sz="1200"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支持批量操作确认和反审</a:t>
            </a:r>
            <a:endParaRPr lang="zh-CN" altLang="en-US" sz="1200" dirty="0"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9" name="矩形 38"/>
          <p:cNvSpPr/>
          <p:nvPr>
            <p:custDataLst>
              <p:tags r:id="rId17"/>
            </p:custDataLst>
          </p:nvPr>
        </p:nvSpPr>
        <p:spPr>
          <a:xfrm>
            <a:off x="2794984" y="3643915"/>
            <a:ext cx="1609629" cy="31319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385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补充荣誉详细内容</a:t>
            </a:r>
            <a:endParaRPr lang="zh-CN" altLang="en-US" sz="1385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0" name="矩形 39"/>
          <p:cNvSpPr/>
          <p:nvPr>
            <p:custDataLst>
              <p:tags r:id="rId18"/>
            </p:custDataLst>
          </p:nvPr>
        </p:nvSpPr>
        <p:spPr>
          <a:xfrm>
            <a:off x="5244465" y="3643630"/>
            <a:ext cx="2574290" cy="31305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385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完成记录确认，变更记录状态</a:t>
            </a:r>
            <a:endParaRPr lang="zh-CN" altLang="en-US" sz="1385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" name="矩形 40"/>
          <p:cNvSpPr/>
          <p:nvPr>
            <p:custDataLst>
              <p:tags r:id="rId19"/>
            </p:custDataLst>
          </p:nvPr>
        </p:nvSpPr>
        <p:spPr>
          <a:xfrm>
            <a:off x="3761874" y="2899478"/>
            <a:ext cx="1609629" cy="42051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领导人物记录</a:t>
            </a:r>
            <a:r>
              <a:rPr lang="en-US" altLang="zh-CN" sz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/</a:t>
            </a:r>
            <a:r>
              <a:rPr lang="zh-CN" altLang="en-US" sz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背景说明</a:t>
            </a:r>
            <a:endParaRPr lang="zh-CN" altLang="en-US" sz="1200" dirty="0"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2" name="矩形 41"/>
          <p:cNvSpPr/>
          <p:nvPr>
            <p:custDataLst>
              <p:tags r:id="rId20"/>
            </p:custDataLst>
          </p:nvPr>
        </p:nvSpPr>
        <p:spPr>
          <a:xfrm>
            <a:off x="3761874" y="2004786"/>
            <a:ext cx="1609629" cy="40783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385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填写必填信息</a:t>
            </a:r>
            <a:endParaRPr lang="zh-CN" altLang="en-US" sz="1385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38493" y="109401"/>
            <a:ext cx="3656965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1.3</a:t>
            </a:r>
            <a:r>
              <a:rPr lang="zh-CN" altLang="en-US" sz="2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大事记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记录业务流程</a:t>
            </a:r>
            <a:endParaRPr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1"/>
            </p:custDataLst>
          </p:nvPr>
        </p:nvSpPr>
        <p:spPr>
          <a:xfrm rot="10800000">
            <a:off x="2242583" y="3026599"/>
            <a:ext cx="3333343" cy="428808"/>
          </a:xfrm>
          <a:custGeom>
            <a:avLst/>
            <a:gdLst>
              <a:gd name="adj" fmla="val 5000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833" h="879">
                <a:moveTo>
                  <a:pt x="1880" y="0"/>
                </a:moveTo>
                <a:lnTo>
                  <a:pt x="1880" y="0"/>
                </a:lnTo>
                <a:lnTo>
                  <a:pt x="5133" y="0"/>
                </a:lnTo>
                <a:lnTo>
                  <a:pt x="5208" y="0"/>
                </a:lnTo>
                <a:lnTo>
                  <a:pt x="5208" y="2"/>
                </a:lnTo>
                <a:lnTo>
                  <a:pt x="5897" y="2"/>
                </a:lnTo>
                <a:cubicBezTo>
                  <a:pt x="6391" y="2"/>
                  <a:pt x="6795" y="384"/>
                  <a:pt x="6832" y="869"/>
                </a:cubicBezTo>
                <a:lnTo>
                  <a:pt x="6833" y="879"/>
                </a:lnTo>
                <a:lnTo>
                  <a:pt x="6487" y="879"/>
                </a:lnTo>
                <a:lnTo>
                  <a:pt x="6487" y="878"/>
                </a:lnTo>
                <a:cubicBezTo>
                  <a:pt x="6455" y="568"/>
                  <a:pt x="6194" y="326"/>
                  <a:pt x="5875" y="326"/>
                </a:cubicBezTo>
                <a:lnTo>
                  <a:pt x="3045" y="326"/>
                </a:lnTo>
                <a:lnTo>
                  <a:pt x="3045" y="327"/>
                </a:lnTo>
                <a:lnTo>
                  <a:pt x="1880" y="327"/>
                </a:lnTo>
                <a:lnTo>
                  <a:pt x="1880" y="326"/>
                </a:lnTo>
                <a:lnTo>
                  <a:pt x="0" y="326"/>
                </a:lnTo>
                <a:lnTo>
                  <a:pt x="0" y="2"/>
                </a:lnTo>
                <a:lnTo>
                  <a:pt x="1880" y="2"/>
                </a:lnTo>
                <a:lnTo>
                  <a:pt x="1880" y="0"/>
                </a:lnTo>
                <a:close/>
              </a:path>
            </a:pathLst>
          </a:cu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algn="ctr"/>
            <a:endParaRPr lang="zh-CN" altLang="en-US" sz="1385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任意多边形 18"/>
          <p:cNvSpPr/>
          <p:nvPr>
            <p:custDataLst>
              <p:tags r:id="rId2"/>
            </p:custDataLst>
          </p:nvPr>
        </p:nvSpPr>
        <p:spPr>
          <a:xfrm>
            <a:off x="2241607" y="2242157"/>
            <a:ext cx="4555407" cy="784440"/>
          </a:xfrm>
          <a:custGeom>
            <a:avLst/>
            <a:gdLst>
              <a:gd name="adj" fmla="val 5000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338" h="1608">
                <a:moveTo>
                  <a:pt x="8993" y="0"/>
                </a:moveTo>
                <a:lnTo>
                  <a:pt x="9338" y="0"/>
                </a:lnTo>
                <a:lnTo>
                  <a:pt x="9338" y="23"/>
                </a:lnTo>
                <a:cubicBezTo>
                  <a:pt x="9325" y="530"/>
                  <a:pt x="8910" y="937"/>
                  <a:pt x="8400" y="937"/>
                </a:cubicBezTo>
                <a:lnTo>
                  <a:pt x="7055" y="937"/>
                </a:lnTo>
                <a:lnTo>
                  <a:pt x="7055" y="934"/>
                </a:lnTo>
                <a:lnTo>
                  <a:pt x="5345" y="934"/>
                </a:lnTo>
                <a:lnTo>
                  <a:pt x="2839" y="934"/>
                </a:lnTo>
                <a:lnTo>
                  <a:pt x="2831" y="934"/>
                </a:lnTo>
                <a:lnTo>
                  <a:pt x="2831" y="934"/>
                </a:lnTo>
                <a:lnTo>
                  <a:pt x="2451" y="934"/>
                </a:lnTo>
                <a:lnTo>
                  <a:pt x="1702" y="934"/>
                </a:lnTo>
                <a:lnTo>
                  <a:pt x="1702" y="932"/>
                </a:lnTo>
                <a:lnTo>
                  <a:pt x="960" y="932"/>
                </a:lnTo>
                <a:cubicBezTo>
                  <a:pt x="620" y="932"/>
                  <a:pt x="345" y="1207"/>
                  <a:pt x="345" y="1546"/>
                </a:cubicBezTo>
                <a:cubicBezTo>
                  <a:pt x="345" y="1562"/>
                  <a:pt x="346" y="1578"/>
                  <a:pt x="347" y="1593"/>
                </a:cubicBezTo>
                <a:lnTo>
                  <a:pt x="348" y="1608"/>
                </a:lnTo>
                <a:lnTo>
                  <a:pt x="2" y="1608"/>
                </a:lnTo>
                <a:lnTo>
                  <a:pt x="1" y="1594"/>
                </a:lnTo>
                <a:cubicBezTo>
                  <a:pt x="0" y="1578"/>
                  <a:pt x="0" y="1562"/>
                  <a:pt x="0" y="1546"/>
                </a:cubicBezTo>
                <a:cubicBezTo>
                  <a:pt x="0" y="1028"/>
                  <a:pt x="420" y="608"/>
                  <a:pt x="938" y="608"/>
                </a:cubicBezTo>
                <a:lnTo>
                  <a:pt x="2318" y="608"/>
                </a:lnTo>
                <a:lnTo>
                  <a:pt x="2318" y="610"/>
                </a:lnTo>
                <a:lnTo>
                  <a:pt x="2451" y="610"/>
                </a:lnTo>
                <a:lnTo>
                  <a:pt x="2831" y="610"/>
                </a:lnTo>
                <a:lnTo>
                  <a:pt x="2831" y="610"/>
                </a:lnTo>
                <a:lnTo>
                  <a:pt x="2839" y="610"/>
                </a:lnTo>
                <a:lnTo>
                  <a:pt x="5345" y="610"/>
                </a:lnTo>
                <a:lnTo>
                  <a:pt x="7082" y="610"/>
                </a:lnTo>
                <a:lnTo>
                  <a:pt x="7082" y="613"/>
                </a:lnTo>
                <a:lnTo>
                  <a:pt x="8378" y="613"/>
                </a:lnTo>
                <a:cubicBezTo>
                  <a:pt x="8713" y="613"/>
                  <a:pt x="8984" y="347"/>
                  <a:pt x="8993" y="15"/>
                </a:cubicBezTo>
                <a:lnTo>
                  <a:pt x="8993" y="0"/>
                </a:lnTo>
                <a:close/>
              </a:path>
            </a:pathLst>
          </a:custGeom>
          <a:solidFill>
            <a:srgbClr val="FF742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algn="ctr"/>
            <a:endParaRPr lang="zh-CN" altLang="en-US" sz="1385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任意多边形 2"/>
          <p:cNvSpPr/>
          <p:nvPr>
            <p:custDataLst>
              <p:tags r:id="rId3"/>
            </p:custDataLst>
          </p:nvPr>
        </p:nvSpPr>
        <p:spPr>
          <a:xfrm>
            <a:off x="0" y="1783592"/>
            <a:ext cx="6797020" cy="458566"/>
          </a:xfrm>
          <a:custGeom>
            <a:avLst/>
            <a:gdLst>
              <a:gd name="adj" fmla="val 5000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3933" h="940">
                <a:moveTo>
                  <a:pt x="0" y="0"/>
                </a:moveTo>
                <a:lnTo>
                  <a:pt x="9514" y="0"/>
                </a:lnTo>
                <a:lnTo>
                  <a:pt x="12995" y="0"/>
                </a:lnTo>
                <a:cubicBezTo>
                  <a:pt x="13513" y="0"/>
                  <a:pt x="13933" y="420"/>
                  <a:pt x="13933" y="939"/>
                </a:cubicBezTo>
                <a:lnTo>
                  <a:pt x="13933" y="940"/>
                </a:lnTo>
                <a:lnTo>
                  <a:pt x="13588" y="940"/>
                </a:lnTo>
                <a:lnTo>
                  <a:pt x="13588" y="939"/>
                </a:lnTo>
                <a:cubicBezTo>
                  <a:pt x="13588" y="599"/>
                  <a:pt x="13313" y="324"/>
                  <a:pt x="12973" y="324"/>
                </a:cubicBezTo>
                <a:lnTo>
                  <a:pt x="9514" y="324"/>
                </a:lnTo>
                <a:lnTo>
                  <a:pt x="0" y="324"/>
                </a:lnTo>
                <a:lnTo>
                  <a:pt x="0" y="0"/>
                </a:lnTo>
                <a:close/>
              </a:path>
            </a:pathLst>
          </a:custGeom>
          <a:solidFill>
            <a:srgbClr val="376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algn="ctr"/>
            <a:endParaRPr lang="zh-CN" altLang="en-US" sz="1385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任意多边形: 形状 35"/>
          <p:cNvSpPr/>
          <p:nvPr>
            <p:custDataLst>
              <p:tags r:id="rId4"/>
            </p:custDataLst>
          </p:nvPr>
        </p:nvSpPr>
        <p:spPr>
          <a:xfrm>
            <a:off x="5757930" y="3241734"/>
            <a:ext cx="3386186" cy="265871"/>
          </a:xfrm>
          <a:custGeom>
            <a:avLst/>
            <a:gdLst>
              <a:gd name="connsiteX0" fmla="*/ 222587 w 228229"/>
              <a:gd name="connsiteY0" fmla="*/ 120936 h 260315"/>
              <a:gd name="connsiteX1" fmla="*/ 14943 w 228229"/>
              <a:gd name="connsiteY1" fmla="*/ 1017 h 260315"/>
              <a:gd name="connsiteX2" fmla="*/ 893 w 228229"/>
              <a:gd name="connsiteY2" fmla="*/ 4779 h 260315"/>
              <a:gd name="connsiteX3" fmla="*/ -488 w 228229"/>
              <a:gd name="connsiteY3" fmla="*/ 9875 h 260315"/>
              <a:gd name="connsiteX4" fmla="*/ -488 w 228229"/>
              <a:gd name="connsiteY4" fmla="*/ 249714 h 260315"/>
              <a:gd name="connsiteX5" fmla="*/ 9847 w 228229"/>
              <a:gd name="connsiteY5" fmla="*/ 259954 h 260315"/>
              <a:gd name="connsiteX6" fmla="*/ 14943 w 228229"/>
              <a:gd name="connsiteY6" fmla="*/ 258572 h 260315"/>
              <a:gd name="connsiteX7" fmla="*/ 222587 w 228229"/>
              <a:gd name="connsiteY7" fmla="*/ 138653 h 260315"/>
              <a:gd name="connsiteX8" fmla="*/ 226407 w 228229"/>
              <a:gd name="connsiteY8" fmla="*/ 124756 h 260315"/>
              <a:gd name="connsiteX9" fmla="*/ 222587 w 228229"/>
              <a:gd name="connsiteY9" fmla="*/ 120936 h 260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941" h="545">
                <a:moveTo>
                  <a:pt x="6599" y="0"/>
                </a:moveTo>
                <a:cubicBezTo>
                  <a:pt x="6602" y="0"/>
                  <a:pt x="6605" y="1"/>
                  <a:pt x="6608" y="3"/>
                </a:cubicBezTo>
                <a:lnTo>
                  <a:pt x="6933" y="254"/>
                </a:lnTo>
                <a:cubicBezTo>
                  <a:pt x="6936" y="256"/>
                  <a:pt x="6938" y="259"/>
                  <a:pt x="6939" y="262"/>
                </a:cubicBezTo>
                <a:cubicBezTo>
                  <a:pt x="6944" y="272"/>
                  <a:pt x="6941" y="285"/>
                  <a:pt x="6933" y="291"/>
                </a:cubicBezTo>
                <a:lnTo>
                  <a:pt x="6608" y="542"/>
                </a:lnTo>
                <a:cubicBezTo>
                  <a:pt x="6606" y="544"/>
                  <a:pt x="6603" y="545"/>
                  <a:pt x="6600" y="545"/>
                </a:cubicBezTo>
                <a:cubicBezTo>
                  <a:pt x="6592" y="545"/>
                  <a:pt x="6584" y="535"/>
                  <a:pt x="6584" y="524"/>
                </a:cubicBezTo>
                <a:lnTo>
                  <a:pt x="6584" y="435"/>
                </a:lnTo>
                <a:lnTo>
                  <a:pt x="0" y="435"/>
                </a:lnTo>
                <a:lnTo>
                  <a:pt x="0" y="111"/>
                </a:lnTo>
                <a:lnTo>
                  <a:pt x="6584" y="111"/>
                </a:lnTo>
                <a:lnTo>
                  <a:pt x="6584" y="21"/>
                </a:lnTo>
                <a:cubicBezTo>
                  <a:pt x="6584" y="18"/>
                  <a:pt x="6585" y="14"/>
                  <a:pt x="6586" y="11"/>
                </a:cubicBezTo>
                <a:cubicBezTo>
                  <a:pt x="6589" y="4"/>
                  <a:pt x="6594" y="1"/>
                  <a:pt x="6599" y="0"/>
                </a:cubicBezTo>
                <a:close/>
              </a:path>
            </a:pathLst>
          </a:custGeom>
          <a:solidFill>
            <a:srgbClr val="17D594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70248" tIns="35124" rIns="70248" bIns="35124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9pPr>
          </a:lstStyle>
          <a:p>
            <a:endParaRPr lang="zh-CN" altLang="en-US" sz="1385">
              <a:latin typeface="微软雅黑" panose="020B0503020204020204" pitchFamily="34" charset="-122"/>
            </a:endParaRPr>
          </a:p>
        </p:txBody>
      </p:sp>
      <p:sp>
        <p:nvSpPr>
          <p:cNvPr id="55" name="序号"/>
          <p:cNvSpPr/>
          <p:nvPr>
            <p:custDataLst>
              <p:tags r:id="rId5"/>
            </p:custDataLst>
          </p:nvPr>
        </p:nvSpPr>
        <p:spPr>
          <a:xfrm>
            <a:off x="5489132" y="3191486"/>
            <a:ext cx="378561" cy="378561"/>
          </a:xfrm>
          <a:prstGeom prst="ellipse">
            <a:avLst/>
          </a:prstGeom>
          <a:solidFill>
            <a:srgbClr val="FFFFFF"/>
          </a:solidFill>
          <a:ln w="34925" cap="flat" cmpd="sng" algn="ctr">
            <a:solidFill>
              <a:srgbClr val="17D594"/>
            </a:solidFill>
            <a:prstDash val="solid"/>
            <a:miter lim="800000"/>
          </a:ln>
          <a:effectLst/>
        </p:spPr>
        <p:txBody>
          <a:bodyPr vertOverflow="overflow" horzOverflow="overflow" vert="horz" wrap="none" lIns="70248" tIns="35124" rIns="70248" bIns="35124" numCol="1" spcCol="0" rtlCol="0" fromWordArt="0" anchor="ctr" anchorCtr="0" forceAA="0" compatLnSpc="1">
            <a:norm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 sz="1075" b="1">
                <a:solidFill>
                  <a:srgbClr val="17D59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4</a:t>
            </a:r>
            <a:endParaRPr lang="en-US" altLang="zh-CN" sz="1075" b="1">
              <a:solidFill>
                <a:srgbClr val="17D59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4" name="序号"/>
          <p:cNvSpPr/>
          <p:nvPr>
            <p:custDataLst>
              <p:tags r:id="rId6"/>
            </p:custDataLst>
          </p:nvPr>
        </p:nvSpPr>
        <p:spPr>
          <a:xfrm>
            <a:off x="2152333" y="2812927"/>
            <a:ext cx="378561" cy="378561"/>
          </a:xfrm>
          <a:prstGeom prst="ellipse">
            <a:avLst/>
          </a:prstGeom>
          <a:solidFill>
            <a:srgbClr val="FFFFFF"/>
          </a:solidFill>
          <a:ln w="34925" cap="flat" cmpd="sng" algn="ctr">
            <a:solidFill>
              <a:srgbClr val="FFC000"/>
            </a:solidFill>
            <a:prstDash val="solid"/>
            <a:miter lim="800000"/>
          </a:ln>
          <a:effectLst/>
        </p:spPr>
        <p:txBody>
          <a:bodyPr vertOverflow="overflow" horzOverflow="overflow" vert="horz" wrap="none" lIns="70248" tIns="35124" rIns="70248" bIns="35124" numCol="1" spcCol="0" rtlCol="0" fromWordArt="0" anchor="ctr" anchorCtr="0" forceAA="0" compatLnSpc="1">
            <a:norm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 sz="1075" b="1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3</a:t>
            </a:r>
            <a:endParaRPr lang="en-US" altLang="zh-CN" sz="1075" b="1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3" name="序号"/>
          <p:cNvSpPr/>
          <p:nvPr>
            <p:custDataLst>
              <p:tags r:id="rId7"/>
            </p:custDataLst>
          </p:nvPr>
        </p:nvSpPr>
        <p:spPr>
          <a:xfrm>
            <a:off x="6491635" y="2062146"/>
            <a:ext cx="378561" cy="378561"/>
          </a:xfrm>
          <a:prstGeom prst="ellipse">
            <a:avLst/>
          </a:prstGeom>
          <a:solidFill>
            <a:srgbClr val="FFFFFF"/>
          </a:solidFill>
          <a:ln w="34925" cap="flat" cmpd="sng" algn="ctr">
            <a:solidFill>
              <a:srgbClr val="FF7429"/>
            </a:solidFill>
            <a:prstDash val="solid"/>
            <a:miter lim="800000"/>
          </a:ln>
          <a:effectLst/>
        </p:spPr>
        <p:txBody>
          <a:bodyPr vertOverflow="overflow" horzOverflow="overflow" vert="horz" wrap="none" lIns="70248" tIns="35124" rIns="70248" bIns="35124" numCol="1" spcCol="0" rtlCol="0" fromWordArt="0" anchor="ctr" anchorCtr="0" forceAA="0" compatLnSpc="1">
            <a:norm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 sz="1075" b="1">
                <a:solidFill>
                  <a:srgbClr val="FF74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2</a:t>
            </a:r>
            <a:endParaRPr lang="en-US" altLang="zh-CN" sz="1075" b="1">
              <a:solidFill>
                <a:srgbClr val="FF74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2" name="序号"/>
          <p:cNvSpPr/>
          <p:nvPr>
            <p:custDataLst>
              <p:tags r:id="rId8"/>
            </p:custDataLst>
          </p:nvPr>
        </p:nvSpPr>
        <p:spPr>
          <a:xfrm>
            <a:off x="3166056" y="1665535"/>
            <a:ext cx="378561" cy="378561"/>
          </a:xfrm>
          <a:prstGeom prst="ellipse">
            <a:avLst/>
          </a:prstGeom>
          <a:solidFill>
            <a:srgbClr val="FFFFFF"/>
          </a:solidFill>
          <a:ln w="34925" cap="flat" cmpd="sng" algn="ctr">
            <a:solidFill>
              <a:srgbClr val="376FFF"/>
            </a:solidFill>
            <a:prstDash val="solid"/>
            <a:miter lim="800000"/>
          </a:ln>
          <a:effectLst/>
        </p:spPr>
        <p:txBody>
          <a:bodyPr vertOverflow="overflow" horzOverflow="overflow" vert="horz" wrap="none" lIns="70248" tIns="35124" rIns="70248" bIns="35124" numCol="1" spcCol="0" rtlCol="0" fromWordArt="0" anchor="ctr" anchorCtr="0" forceAA="0" compatLnSpc="1">
            <a:norm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 sz="1075" b="1">
                <a:solidFill>
                  <a:srgbClr val="376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1</a:t>
            </a:r>
            <a:endParaRPr lang="en-US" altLang="zh-CN" sz="1075" b="1">
              <a:solidFill>
                <a:srgbClr val="376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>
            <p:custDataLst>
              <p:tags r:id="rId9"/>
            </p:custDataLst>
          </p:nvPr>
        </p:nvSpPr>
        <p:spPr>
          <a:xfrm>
            <a:off x="2304050" y="1350393"/>
            <a:ext cx="2103061" cy="2945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385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创建大事记</a:t>
            </a:r>
            <a:r>
              <a:rPr lang="en-US" altLang="zh-CN" sz="1385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/</a:t>
            </a:r>
            <a:r>
              <a:rPr lang="zh-CN" altLang="en-US" sz="1385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荣誉记录</a:t>
            </a:r>
            <a:endParaRPr lang="zh-CN" altLang="en-US" sz="1385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>
            <p:custDataLst>
              <p:tags r:id="rId10"/>
            </p:custDataLst>
          </p:nvPr>
        </p:nvSpPr>
        <p:spPr>
          <a:xfrm>
            <a:off x="4384675" y="3940175"/>
            <a:ext cx="2379980" cy="5346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状态由</a:t>
            </a:r>
            <a:r>
              <a:rPr lang="zh-CN" altLang="en-US" sz="1200" b="1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【待确认】</a:t>
            </a:r>
            <a:r>
              <a:rPr lang="zh-CN" altLang="en-US" sz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变为</a:t>
            </a:r>
            <a:r>
              <a:rPr lang="zh-CN" altLang="en-US" sz="1200" b="1">
                <a:solidFill>
                  <a:srgbClr val="17D59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【已确认】</a:t>
            </a:r>
            <a:endParaRPr lang="zh-CN" altLang="en-US" sz="1200"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支持批量操作确认和反审</a:t>
            </a:r>
            <a:endParaRPr lang="zh-CN" altLang="en-US" sz="1200"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11"/>
            </p:custDataLst>
          </p:nvPr>
        </p:nvSpPr>
        <p:spPr>
          <a:xfrm>
            <a:off x="4445000" y="3608705"/>
            <a:ext cx="2434590" cy="29337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385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完成记录确认，变更记录状态</a:t>
            </a:r>
            <a:endParaRPr lang="zh-CN" altLang="en-US" sz="1385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>
            <p:custDataLst>
              <p:tags r:id="rId12"/>
            </p:custDataLst>
          </p:nvPr>
        </p:nvSpPr>
        <p:spPr>
          <a:xfrm>
            <a:off x="5063739" y="2047512"/>
            <a:ext cx="1401553" cy="40783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385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选择记录类型</a:t>
            </a:r>
            <a:endParaRPr lang="zh-CN" altLang="en-US" sz="1385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>
            <p:custDataLst>
              <p:tags r:id="rId13"/>
            </p:custDataLst>
          </p:nvPr>
        </p:nvSpPr>
        <p:spPr>
          <a:xfrm>
            <a:off x="6731000" y="2040890"/>
            <a:ext cx="1737995" cy="42037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类型选择</a:t>
            </a:r>
            <a:r>
              <a:rPr lang="zh-CN" altLang="en-US" sz="1200" b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大事记</a:t>
            </a:r>
            <a:endParaRPr lang="zh-CN" altLang="en-US" sz="1200" b="1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>
            <p:custDataLst>
              <p:tags r:id="rId14"/>
            </p:custDataLst>
          </p:nvPr>
        </p:nvSpPr>
        <p:spPr>
          <a:xfrm>
            <a:off x="2562603" y="2798290"/>
            <a:ext cx="1401553" cy="40783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385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填写必填信息</a:t>
            </a:r>
            <a:endParaRPr lang="zh-CN" altLang="en-US" sz="1385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>
            <p:custDataLst>
              <p:tags r:id="rId15"/>
            </p:custDataLst>
          </p:nvPr>
        </p:nvSpPr>
        <p:spPr>
          <a:xfrm>
            <a:off x="367030" y="2792095"/>
            <a:ext cx="1737995" cy="42037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领导人物记录</a:t>
            </a:r>
            <a:r>
              <a:rPr lang="en-US" altLang="zh-CN" sz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/</a:t>
            </a:r>
            <a:r>
              <a:rPr lang="zh-CN" altLang="en-US" sz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背景说明</a:t>
            </a:r>
            <a:endParaRPr lang="zh-CN" altLang="en-US" sz="1200"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>
            <p:custDataLst>
              <p:tags r:id="rId16"/>
            </p:custDataLst>
          </p:nvPr>
        </p:nvSpPr>
        <p:spPr>
          <a:xfrm>
            <a:off x="2342150" y="853289"/>
            <a:ext cx="2103061" cy="37856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支持手动填写或批量导入</a:t>
            </a:r>
            <a:endParaRPr lang="zh-CN" altLang="en-US" sz="1200" dirty="0"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590544" y="2138553"/>
            <a:ext cx="5553456" cy="713232"/>
          </a:xfrm>
          <a:prstGeom prst="rect">
            <a:avLst/>
          </a:prstGeom>
          <a:solidFill>
            <a:srgbClr val="1C53D9"/>
          </a:solidFill>
          <a:ln>
            <a:noFill/>
          </a:ln>
          <a:effectLst>
            <a:outerShdw blurRad="63500" dist="25400" dir="5400000" algn="ctr" rotWithShape="0">
              <a:srgbClr val="1C53D9">
                <a:alpha val="4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3745658" y="2233939"/>
            <a:ext cx="57785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02</a:t>
            </a:r>
            <a:endParaRPr lang="zh-CN" altLang="en-US" sz="2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75570" y="1050685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40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39160" y="1648362"/>
            <a:ext cx="19591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Contents</a:t>
            </a:r>
            <a:endParaRPr lang="zh-CN" altLang="en-US" sz="3200" b="1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sp>
        <p:nvSpPr>
          <p:cNvPr id="13" name="文本框 12"/>
          <p:cNvSpPr txBox="1"/>
          <p:nvPr>
            <p:custDataLst>
              <p:tags r:id="rId2"/>
            </p:custDataLst>
          </p:nvPr>
        </p:nvSpPr>
        <p:spPr>
          <a:xfrm>
            <a:off x="4763093" y="2264716"/>
            <a:ext cx="3310890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荣誉</a:t>
            </a:r>
            <a:r>
              <a:rPr lang="en-US" altLang="zh-CN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大事记操作说明</a:t>
            </a:r>
            <a:endParaRPr lang="zh-CN" altLang="en-US" sz="2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6" name="文本框 15"/>
          <p:cNvSpPr txBox="1"/>
          <p:nvPr>
            <p:custDataLst>
              <p:tags r:id="rId3"/>
            </p:custDataLst>
          </p:nvPr>
        </p:nvSpPr>
        <p:spPr>
          <a:xfrm>
            <a:off x="3745658" y="1210118"/>
            <a:ext cx="6270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2800" b="1" dirty="0">
                <a:solidFill>
                  <a:srgbClr val="C3C3C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01</a:t>
            </a:r>
            <a:endParaRPr lang="en-US" altLang="zh-CN" sz="2800" b="1" dirty="0">
              <a:solidFill>
                <a:srgbClr val="C3C3C3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7" name="文本框 16"/>
          <p:cNvSpPr txBox="1"/>
          <p:nvPr>
            <p:custDataLst>
              <p:tags r:id="rId4"/>
            </p:custDataLst>
          </p:nvPr>
        </p:nvSpPr>
        <p:spPr>
          <a:xfrm>
            <a:off x="4763093" y="1225507"/>
            <a:ext cx="3154680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功能说明及业务流程</a:t>
            </a:r>
            <a:endParaRPr lang="zh-CN" altLang="en-US" sz="26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8151213" y="4829810"/>
            <a:ext cx="430983" cy="84582"/>
            <a:chOff x="8171533" y="4906010"/>
            <a:chExt cx="430983" cy="84582"/>
          </a:xfrm>
        </p:grpSpPr>
        <p:sp>
          <p:nvSpPr>
            <p:cNvPr id="22" name="椭圆 21"/>
            <p:cNvSpPr/>
            <p:nvPr/>
          </p:nvSpPr>
          <p:spPr>
            <a:xfrm>
              <a:off x="8517934" y="4906010"/>
              <a:ext cx="84582" cy="84582"/>
            </a:xfrm>
            <a:prstGeom prst="ellipse">
              <a:avLst/>
            </a:prstGeom>
            <a:solidFill>
              <a:srgbClr val="D44D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8344734" y="4906010"/>
              <a:ext cx="84582" cy="84582"/>
            </a:xfrm>
            <a:prstGeom prst="ellipse">
              <a:avLst/>
            </a:prstGeom>
            <a:solidFill>
              <a:srgbClr val="D44D51">
                <a:alpha val="5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8171533" y="4906010"/>
              <a:ext cx="84582" cy="84582"/>
            </a:xfrm>
            <a:prstGeom prst="ellipse">
              <a:avLst/>
            </a:prstGeom>
            <a:solidFill>
              <a:srgbClr val="D44D51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38493" y="109401"/>
            <a:ext cx="4143375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2.1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新增或导入荣誉</a:t>
            </a:r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大事记</a:t>
            </a:r>
            <a:endParaRPr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376555" y="720725"/>
            <a:ext cx="4823460" cy="2339975"/>
            <a:chOff x="593" y="1198"/>
            <a:chExt cx="11726" cy="5688"/>
          </a:xfrm>
        </p:grpSpPr>
        <p:pic>
          <p:nvPicPr>
            <p:cNvPr id="28" name="图片 2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20" y="1217"/>
              <a:ext cx="11699" cy="5669"/>
            </a:xfrm>
            <a:prstGeom prst="rect">
              <a:avLst/>
            </a:prstGeom>
          </p:spPr>
        </p:pic>
        <p:sp>
          <p:nvSpPr>
            <p:cNvPr id="25" name="圆角矩形 24"/>
            <p:cNvSpPr/>
            <p:nvPr/>
          </p:nvSpPr>
          <p:spPr>
            <a:xfrm>
              <a:off x="593" y="1198"/>
              <a:ext cx="11689" cy="5688"/>
            </a:xfrm>
            <a:prstGeom prst="roundRect">
              <a:avLst>
                <a:gd name="adj" fmla="val 3827"/>
              </a:avLst>
            </a:prstGeom>
            <a:noFill/>
            <a:ln w="444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6392" name="文本框 1"/>
          <p:cNvSpPr txBox="1"/>
          <p:nvPr>
            <p:custDataLst>
              <p:tags r:id="rId2"/>
            </p:custDataLst>
          </p:nvPr>
        </p:nvSpPr>
        <p:spPr>
          <a:xfrm>
            <a:off x="325755" y="4420235"/>
            <a:ext cx="10402888" cy="30670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zh-CN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页面路径：</a:t>
            </a:r>
            <a:r>
              <a:rPr lang="zh-CN" altLang="zh-CN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行政人事</a:t>
            </a:r>
            <a:r>
              <a:rPr lang="en-US" altLang="zh-CN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-&gt;</a:t>
            </a:r>
            <a:r>
              <a:rPr lang="zh-CN" altLang="en-US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人事管理</a:t>
            </a:r>
            <a:r>
              <a:rPr lang="en-US" altLang="zh-CN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-&gt;</a:t>
            </a:r>
            <a:r>
              <a:rPr lang="zh-CN" altLang="en-US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专项工作</a:t>
            </a:r>
            <a:r>
              <a:rPr lang="en-US" altLang="zh-CN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-&gt;</a:t>
            </a:r>
            <a:r>
              <a:rPr lang="zh-CN" altLang="en-US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大事记</a:t>
            </a:r>
            <a:r>
              <a:rPr lang="en-US" altLang="zh-CN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荣誉</a:t>
            </a:r>
            <a:endParaRPr lang="en-US" altLang="zh-CN" sz="1400">
              <a:solidFill>
                <a:srgbClr val="1C53D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4003675" y="1423670"/>
            <a:ext cx="4354830" cy="2048510"/>
            <a:chOff x="6838" y="1888"/>
            <a:chExt cx="6858" cy="3226"/>
          </a:xfrm>
        </p:grpSpPr>
        <p:pic>
          <p:nvPicPr>
            <p:cNvPr id="33" name="图片 3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38" y="1888"/>
              <a:ext cx="6858" cy="3226"/>
            </a:xfrm>
            <a:prstGeom prst="rect">
              <a:avLst/>
            </a:prstGeom>
          </p:spPr>
        </p:pic>
        <p:sp>
          <p:nvSpPr>
            <p:cNvPr id="34" name="圆角矩形 33"/>
            <p:cNvSpPr/>
            <p:nvPr/>
          </p:nvSpPr>
          <p:spPr>
            <a:xfrm>
              <a:off x="6838" y="1888"/>
              <a:ext cx="6858" cy="3226"/>
            </a:xfrm>
            <a:prstGeom prst="roundRect">
              <a:avLst>
                <a:gd name="adj" fmla="val 3827"/>
              </a:avLst>
            </a:prstGeom>
            <a:noFill/>
            <a:ln w="444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2111375" y="3188335"/>
            <a:ext cx="6680200" cy="1103630"/>
            <a:chOff x="3325" y="5021"/>
            <a:chExt cx="10520" cy="1738"/>
          </a:xfrm>
        </p:grpSpPr>
        <p:pic>
          <p:nvPicPr>
            <p:cNvPr id="36" name="图片 3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25" y="5021"/>
              <a:ext cx="10521" cy="1738"/>
            </a:xfrm>
            <a:prstGeom prst="rect">
              <a:avLst/>
            </a:prstGeom>
          </p:spPr>
        </p:pic>
        <p:sp>
          <p:nvSpPr>
            <p:cNvPr id="40" name="圆角矩形 39"/>
            <p:cNvSpPr/>
            <p:nvPr/>
          </p:nvSpPr>
          <p:spPr>
            <a:xfrm>
              <a:off x="3325" y="5021"/>
              <a:ext cx="10521" cy="1738"/>
            </a:xfrm>
            <a:prstGeom prst="roundRect">
              <a:avLst>
                <a:gd name="adj" fmla="val 3827"/>
              </a:avLst>
            </a:prstGeom>
            <a:noFill/>
            <a:ln w="444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42" name="文本框 1"/>
          <p:cNvSpPr txBox="1"/>
          <p:nvPr>
            <p:custDataLst>
              <p:tags r:id="rId5"/>
            </p:custDataLst>
          </p:nvPr>
        </p:nvSpPr>
        <p:spPr>
          <a:xfrm>
            <a:off x="325755" y="4726940"/>
            <a:ext cx="10402888" cy="30670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zh-CN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注意事项：</a:t>
            </a:r>
            <a:r>
              <a:rPr lang="zh-CN" altLang="zh-CN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表格填写导入前须仔细阅读规则说明，按照模版格式填写，请勿删除模版表头</a:t>
            </a:r>
            <a:endParaRPr lang="zh-CN" altLang="zh-CN" sz="14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655" y="730250"/>
            <a:ext cx="7406640" cy="358013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38493" y="109401"/>
            <a:ext cx="7433310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2.2</a:t>
            </a:r>
            <a:r>
              <a:rPr lang="zh-CN" altLang="en-US" sz="26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荣誉记录</a:t>
            </a:r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选择荣誉记录并填写背景与荣誉明细</a:t>
            </a:r>
            <a:endParaRPr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795655" y="720725"/>
            <a:ext cx="7422515" cy="3611880"/>
          </a:xfrm>
          <a:prstGeom prst="roundRect">
            <a:avLst>
              <a:gd name="adj" fmla="val 3827"/>
            </a:avLst>
          </a:prstGeom>
          <a:noFill/>
          <a:ln w="444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6392" name="文本框 1"/>
          <p:cNvSpPr txBox="1"/>
          <p:nvPr>
            <p:custDataLst>
              <p:tags r:id="rId2"/>
            </p:custDataLst>
          </p:nvPr>
        </p:nvSpPr>
        <p:spPr>
          <a:xfrm>
            <a:off x="757555" y="4420235"/>
            <a:ext cx="10402888" cy="30670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zh-CN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页面路径：</a:t>
            </a:r>
            <a:r>
              <a:rPr lang="zh-CN" altLang="zh-CN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行政人事</a:t>
            </a:r>
            <a:r>
              <a:rPr lang="en-US" altLang="zh-CN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-&gt;</a:t>
            </a:r>
            <a:r>
              <a:rPr lang="zh-CN" altLang="en-US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人事管理</a:t>
            </a:r>
            <a:r>
              <a:rPr lang="en-US" altLang="zh-CN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-&gt;</a:t>
            </a:r>
            <a:r>
              <a:rPr lang="zh-CN" altLang="en-US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专项工作</a:t>
            </a:r>
            <a:r>
              <a:rPr lang="en-US" altLang="zh-CN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-&gt;</a:t>
            </a:r>
            <a:r>
              <a:rPr lang="zh-CN" altLang="en-US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大事记</a:t>
            </a:r>
            <a:r>
              <a:rPr lang="en-US" altLang="zh-CN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荣誉</a:t>
            </a:r>
            <a:r>
              <a:rPr lang="en-US" altLang="zh-CN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-&gt;</a:t>
            </a:r>
            <a:r>
              <a:rPr lang="zh-CN" altLang="en-US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新增大事记</a:t>
            </a:r>
            <a:r>
              <a:rPr lang="en-US" altLang="zh-CN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荣誉</a:t>
            </a:r>
            <a:endParaRPr lang="zh-CN" altLang="en-US" sz="1400">
              <a:solidFill>
                <a:srgbClr val="1C53D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515" y="720725"/>
            <a:ext cx="7424758" cy="3600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38493" y="109401"/>
            <a:ext cx="6772910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2.3</a:t>
            </a:r>
            <a:r>
              <a:rPr lang="zh-CN" altLang="en-US" sz="2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大事记</a:t>
            </a:r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选择大事记并填写领导人物与背景</a:t>
            </a:r>
            <a:endParaRPr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795655" y="720725"/>
            <a:ext cx="7422515" cy="3611880"/>
          </a:xfrm>
          <a:prstGeom prst="roundRect">
            <a:avLst>
              <a:gd name="adj" fmla="val 3827"/>
            </a:avLst>
          </a:prstGeom>
          <a:noFill/>
          <a:ln w="444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6392" name="文本框 1"/>
          <p:cNvSpPr txBox="1"/>
          <p:nvPr>
            <p:custDataLst>
              <p:tags r:id="rId2"/>
            </p:custDataLst>
          </p:nvPr>
        </p:nvSpPr>
        <p:spPr>
          <a:xfrm>
            <a:off x="757555" y="4420235"/>
            <a:ext cx="10402888" cy="30670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zh-CN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页面路径：</a:t>
            </a:r>
            <a:r>
              <a:rPr lang="zh-CN" altLang="zh-CN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行政人事</a:t>
            </a:r>
            <a:r>
              <a:rPr lang="en-US" altLang="zh-CN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-&gt;</a:t>
            </a:r>
            <a:r>
              <a:rPr lang="zh-CN" altLang="en-US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人事管理</a:t>
            </a:r>
            <a:r>
              <a:rPr lang="en-US" altLang="zh-CN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-&gt;</a:t>
            </a:r>
            <a:r>
              <a:rPr lang="zh-CN" altLang="en-US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专项工作</a:t>
            </a:r>
            <a:r>
              <a:rPr lang="en-US" altLang="zh-CN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-&gt;</a:t>
            </a:r>
            <a:r>
              <a:rPr lang="zh-CN" altLang="en-US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大事记</a:t>
            </a:r>
            <a:r>
              <a:rPr lang="en-US" altLang="zh-CN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荣誉</a:t>
            </a:r>
            <a:r>
              <a:rPr lang="en-US" altLang="zh-CN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-&gt;</a:t>
            </a:r>
            <a:r>
              <a:rPr lang="zh-CN" altLang="en-US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新增大事记</a:t>
            </a:r>
            <a:endParaRPr lang="zh-CN" altLang="en-US" sz="1400">
              <a:solidFill>
                <a:srgbClr val="1C53D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38493" y="109401"/>
            <a:ext cx="5464175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2.4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荣誉</a:t>
            </a:r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大事记批量确认已状态变更</a:t>
            </a:r>
            <a:endParaRPr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392" name="文本框 1"/>
          <p:cNvSpPr txBox="1"/>
          <p:nvPr>
            <p:custDataLst>
              <p:tags r:id="rId1"/>
            </p:custDataLst>
          </p:nvPr>
        </p:nvSpPr>
        <p:spPr>
          <a:xfrm>
            <a:off x="325755" y="4420235"/>
            <a:ext cx="8295640" cy="30670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zh-CN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页面路径：</a:t>
            </a:r>
            <a:r>
              <a:rPr lang="zh-CN" altLang="zh-CN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行政人事</a:t>
            </a:r>
            <a:r>
              <a:rPr lang="en-US" altLang="zh-CN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-&gt;</a:t>
            </a:r>
            <a:r>
              <a:rPr lang="zh-CN" altLang="en-US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人事管理</a:t>
            </a:r>
            <a:r>
              <a:rPr lang="en-US" altLang="zh-CN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-&gt;</a:t>
            </a:r>
            <a:r>
              <a:rPr lang="zh-CN" altLang="en-US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专项工作</a:t>
            </a:r>
            <a:r>
              <a:rPr lang="en-US" altLang="zh-CN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-&gt;</a:t>
            </a:r>
            <a:r>
              <a:rPr lang="zh-CN" altLang="en-US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大事记</a:t>
            </a:r>
            <a:r>
              <a:rPr lang="en-US" altLang="zh-CN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荣誉</a:t>
            </a:r>
            <a:endParaRPr lang="zh-CN" altLang="en-US" sz="1400">
              <a:solidFill>
                <a:srgbClr val="1C53D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370840" y="830580"/>
            <a:ext cx="8204200" cy="1508125"/>
            <a:chOff x="593" y="1135"/>
            <a:chExt cx="11762" cy="2162"/>
          </a:xfrm>
        </p:grpSpPr>
        <p:sp>
          <p:nvSpPr>
            <p:cNvPr id="25" name="圆角矩形 24"/>
            <p:cNvSpPr/>
            <p:nvPr/>
          </p:nvSpPr>
          <p:spPr>
            <a:xfrm>
              <a:off x="593" y="1135"/>
              <a:ext cx="11763" cy="2163"/>
            </a:xfrm>
            <a:prstGeom prst="roundRect">
              <a:avLst>
                <a:gd name="adj" fmla="val 3827"/>
              </a:avLst>
            </a:prstGeom>
            <a:noFill/>
            <a:ln w="444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8" y="1156"/>
              <a:ext cx="11692" cy="2084"/>
            </a:xfrm>
            <a:prstGeom prst="rect">
              <a:avLst/>
            </a:prstGeom>
          </p:spPr>
        </p:pic>
      </p:grpSp>
      <p:grpSp>
        <p:nvGrpSpPr>
          <p:cNvPr id="13" name="组合 12"/>
          <p:cNvGrpSpPr/>
          <p:nvPr/>
        </p:nvGrpSpPr>
        <p:grpSpPr>
          <a:xfrm>
            <a:off x="421005" y="2660015"/>
            <a:ext cx="8140700" cy="1537970"/>
            <a:chOff x="593" y="4079"/>
            <a:chExt cx="12820" cy="2422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3" y="4079"/>
              <a:ext cx="12821" cy="2422"/>
            </a:xfrm>
            <a:prstGeom prst="rect">
              <a:avLst/>
            </a:prstGeom>
          </p:spPr>
        </p:pic>
        <p:sp>
          <p:nvSpPr>
            <p:cNvPr id="11" name="圆角矩形 10"/>
            <p:cNvSpPr/>
            <p:nvPr/>
          </p:nvSpPr>
          <p:spPr>
            <a:xfrm>
              <a:off x="593" y="4122"/>
              <a:ext cx="12818" cy="2357"/>
            </a:xfrm>
            <a:prstGeom prst="roundRect">
              <a:avLst>
                <a:gd name="adj" fmla="val 3827"/>
              </a:avLst>
            </a:prstGeom>
            <a:noFill/>
            <a:ln w="444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1497627" y="4843263"/>
            <a:ext cx="6148747" cy="24622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marL="0" marR="0" lvl="0" indent="0" algn="di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一切以客户为中心 </a:t>
            </a:r>
            <a:r>
              <a:rPr kumimoji="0" lang="en-US" altLang="zh-CN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| </a:t>
            </a:r>
            <a:r>
              <a:rPr kumimoji="0" lang="zh-CN" altLang="en-US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诚信 </a:t>
            </a:r>
            <a:r>
              <a:rPr kumimoji="0" lang="en-US" altLang="zh-CN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| </a:t>
            </a:r>
            <a:r>
              <a:rPr kumimoji="0" lang="zh-CN" altLang="en-US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创新 </a:t>
            </a:r>
            <a:r>
              <a:rPr kumimoji="0" lang="en-US" altLang="zh-CN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| </a:t>
            </a:r>
            <a:r>
              <a:rPr kumimoji="0" lang="zh-CN" altLang="en-US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高效 </a:t>
            </a:r>
            <a:r>
              <a:rPr kumimoji="0" lang="en-US" altLang="zh-CN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| </a:t>
            </a:r>
            <a:r>
              <a:rPr kumimoji="0" lang="zh-CN" altLang="en-US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奋斗</a:t>
            </a:r>
            <a:endParaRPr kumimoji="0" lang="zh-CN" altLang="en-US" sz="1000" b="0" i="0" u="none" strike="noStrike" kern="1200" cap="none" spc="284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32197" y="3188613"/>
            <a:ext cx="76796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汇报人：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XXX      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时间：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2023.03. 08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9" name="图形 1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0446" y="4674871"/>
            <a:ext cx="4041734" cy="184705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53D9">
              <a:alpha val="61000"/>
            </a:srgbClr>
          </a:solidFill>
          <a:ln>
            <a:solidFill>
              <a:srgbClr val="1C53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7" name="图片 6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287" y="479221"/>
            <a:ext cx="1055019" cy="353264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00400" y="3103624"/>
            <a:ext cx="577532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数智工厂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行政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2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大事记</a:t>
            </a:r>
            <a:r>
              <a:rPr lang="en-US" altLang="zh-CN" sz="2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r>
              <a:rPr lang="zh-CN" altLang="en-US" sz="2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荣誉记录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使用手册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00400" y="3592334"/>
            <a:ext cx="204914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版本号：数智工厂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3.9.0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版本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00400" y="3894968"/>
            <a:ext cx="18592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时   间：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2025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月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01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日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11637" y="2166263"/>
            <a:ext cx="407515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5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    END</a:t>
            </a:r>
            <a:endParaRPr lang="zh-CN" altLang="en-US" sz="5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04.37850393700785,&quot;left&quot;:294.93370078740156,&quot;top&quot;:95.28488188976378,&quot;width&quot;:340.81299212598424}"/>
</p:tagLst>
</file>

<file path=ppt/tags/tag2.xml><?xml version="1.0" encoding="utf-8"?>
<p:tagLst xmlns:p="http://schemas.openxmlformats.org/presentationml/2006/main">
  <p:tag name="KSO_WM_DIAGRAM_VIRTUALLY_FRAME" val="{&quot;height&quot;:204.37850393700785,&quot;left&quot;:294.93370078740156,&quot;top&quot;:95.28488188976378,&quot;width&quot;:340.81299212598424}"/>
</p:tagLst>
</file>

<file path=ppt/tags/tag3.xml><?xml version="1.0" encoding="utf-8"?>
<p:tagLst xmlns:p="http://schemas.openxmlformats.org/presentationml/2006/main">
  <p:tag name="KSO_WM_DIAGRAM_VIRTUALLY_FRAME" val="{&quot;height&quot;:204.37850393700785,&quot;left&quot;:294.93370078740156,&quot;top&quot;:95.28488188976378,&quot;width&quot;:340.81299212598424}"/>
</p:tagLst>
</file>

<file path=ppt/tags/tag4.xml><?xml version="1.0" encoding="utf-8"?>
<p:tagLst xmlns:p="http://schemas.openxmlformats.org/presentationml/2006/main">
  <p:tag name="KSO_WM_DIAGRAM_VIRTUALLY_FRAME" val="{&quot;height&quot;:204.37850393700785,&quot;left&quot;:294.93370078740156,&quot;top&quot;:95.28488188976378,&quot;width&quot;:340.81299212598424}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65_4*m_h_i*2_5_2"/>
  <p:tag name="KSO_WM_TEMPLATE_CATEGORY" val="diagram"/>
  <p:tag name="KSO_WM_TEMPLATE_INDEX" val="20231065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GROUP_CODE" val="m1-1"/>
  <p:tag name="KSO_WM_UNIT_TYPE" val="m_h_i"/>
  <p:tag name="KSO_WM_UNIT_INDEX" val="2_5_2"/>
  <p:tag name="KSO_WM_DIAGRAM_MAX_ITEMCNT" val="6"/>
  <p:tag name="KSO_WM_DIAGRAM_MIN_ITEMCNT" val="2"/>
  <p:tag name="KSO_WM_DIAGRAM_VIRTUALLY_FRAME" val="{&quot;height&quot;:703.2729356937809,&quot;left&quot;:-29.55,&quot;top&quot;:-353.5729356937809,&quot;width&quot;:749.5341732283463}"/>
  <p:tag name="KSO_WM_DIAGRAM_COLOR_MATCH_VALUE" val="{&quot;shape&quot;:{&quot;fill&quot;:{&quot;solid&quot;:{&quot;brightness&quot;:0,&quot;colorType&quot;:1,&quot;foreColorIndex&quot;:9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9"/>
  <p:tag name="KSO_WM_UNIT_FILL_FORE_SCHEMECOLOR_INDEX_BRIGHTNESS" val="0"/>
  <p:tag name="KSO_WM_DIAGRAM_USE_COLOR_VALUE" val="{&quot;color_scheme&quot;:1,&quot;color_type&quot;:1,&quot;theme_color_indexes&quot;:[]}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65_4*m_h_i*2_3_2"/>
  <p:tag name="KSO_WM_TEMPLATE_CATEGORY" val="diagram"/>
  <p:tag name="KSO_WM_TEMPLATE_INDEX" val="20231065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GROUP_CODE" val="m1-1"/>
  <p:tag name="KSO_WM_UNIT_TYPE" val="m_h_i"/>
  <p:tag name="KSO_WM_UNIT_INDEX" val="2_3_2"/>
  <p:tag name="KSO_WM_DIAGRAM_MAX_ITEMCNT" val="6"/>
  <p:tag name="KSO_WM_DIAGRAM_MIN_ITEMCNT" val="2"/>
  <p:tag name="KSO_WM_DIAGRAM_VIRTUALLY_FRAME" val="{&quot;height&quot;:703.2729356937809,&quot;left&quot;:-29.55,&quot;top&quot;:-353.5729356937809,&quot;width&quot;:749.5341732283463}"/>
  <p:tag name="KSO_WM_DIAGRAM_COLOR_MATCH_VALUE" val="{&quot;shape&quot;:{&quot;fill&quot;:{&quot;solid&quot;:{&quot;brightness&quot;:0,&quot;colorType&quot;:1,&quot;foreColorIndex&quot;:7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7"/>
  <p:tag name="KSO_WM_UNIT_FILL_FORE_SCHEMECOLOR_INDEX_BRIGHTNESS" val="0"/>
  <p:tag name="KSO_WM_DIAGRAM_USE_COLOR_VALUE" val="{&quot;color_scheme&quot;:1,&quot;color_type&quot;:1,&quot;theme_color_indexes&quot;:[]}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65_4*m_h_i*2_4_2"/>
  <p:tag name="KSO_WM_TEMPLATE_CATEGORY" val="diagram"/>
  <p:tag name="KSO_WM_TEMPLATE_INDEX" val="20231065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GROUP_CODE" val="m1-1"/>
  <p:tag name="KSO_WM_UNIT_TYPE" val="m_h_i"/>
  <p:tag name="KSO_WM_UNIT_INDEX" val="2_4_2"/>
  <p:tag name="KSO_WM_DIAGRAM_MAX_ITEMCNT" val="6"/>
  <p:tag name="KSO_WM_DIAGRAM_MIN_ITEMCNT" val="2"/>
  <p:tag name="KSO_WM_DIAGRAM_VIRTUALLY_FRAME" val="{&quot;height&quot;:703.2729356937809,&quot;left&quot;:-29.55,&quot;top&quot;:-353.5729356937809,&quot;width&quot;:749.5341732283463}"/>
  <p:tag name="KSO_WM_DIAGRAM_COLOR_MATCH_VALUE" val="{&quot;shape&quot;:{&quot;fill&quot;:{&quot;solid&quot;:{&quot;brightness&quot;:0,&quot;colorType&quot;:1,&quot;foreColorIndex&quot;:8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8"/>
  <p:tag name="KSO_WM_UNIT_FILL_FORE_SCHEMECOLOR_INDEX_BRIGHTNESS" val="0"/>
  <p:tag name="KSO_WM_DIAGRAM_USE_COLOR_VALUE" val="{&quot;color_scheme&quot;:1,&quot;color_type&quot;:1,&quot;theme_color_indexes&quot;:[]}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2_4_1"/>
  <p:tag name="KSO_WM_UNIT_ID" val="diagram20231065_4*m_h_i*2_4_1"/>
  <p:tag name="KSO_WM_TEMPLATE_CATEGORY" val="diagram"/>
  <p:tag name="KSO_WM_TEMPLATE_INDEX" val="20231065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GROUP_CODE" val="m1-1"/>
  <p:tag name="KSO_WM_DIAGRAM_MAX_ITEMCNT" val="6"/>
  <p:tag name="KSO_WM_DIAGRAM_MIN_ITEMCNT" val="2"/>
  <p:tag name="KSO_WM_DIAGRAM_VIRTUALLY_FRAME" val="{&quot;height&quot;:703.2729356937809,&quot;left&quot;:-29.55,&quot;top&quot;:-353.5729356937809,&quot;width&quot;:749.5341732283463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8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8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BEAUTIFY_FLAG" val="#wm#"/>
  <p:tag name="KSO_WM_UNIT_LINE_FORE_SCHEMECOLOR_INDEX" val="8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65_4*m_h_i*2_2_2"/>
  <p:tag name="KSO_WM_TEMPLATE_CATEGORY" val="diagram"/>
  <p:tag name="KSO_WM_TEMPLATE_INDEX" val="20231065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GROUP_CODE" val="m1-1"/>
  <p:tag name="KSO_WM_UNIT_TYPE" val="m_h_i"/>
  <p:tag name="KSO_WM_UNIT_INDEX" val="2_2_2"/>
  <p:tag name="KSO_WM_DIAGRAM_MAX_ITEMCNT" val="6"/>
  <p:tag name="KSO_WM_DIAGRAM_MIN_ITEMCNT" val="2"/>
  <p:tag name="KSO_WM_DIAGRAM_VIRTUALLY_FRAME" val="{&quot;height&quot;:703.2729356937809,&quot;left&quot;:-29.55,&quot;top&quot;:-353.5729356937809,&quot;width&quot;:749.5341732283463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6"/>
  <p:tag name="KSO_WM_UNIT_FILL_FORE_SCHEMECOLOR_INDEX_BRIGHTNESS" val="0"/>
  <p:tag name="KSO_WM_DIAGRAM_USE_COLOR_VALUE" val="{&quot;color_scheme&quot;:1,&quot;color_type&quot;:1,&quot;theme_color_indexes&quot;:[]}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2_3_1"/>
  <p:tag name="KSO_WM_UNIT_ID" val="diagram20231065_4*m_h_i*2_3_1"/>
  <p:tag name="KSO_WM_TEMPLATE_CATEGORY" val="diagram"/>
  <p:tag name="KSO_WM_TEMPLATE_INDEX" val="20231065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GROUP_CODE" val="m1-1"/>
  <p:tag name="KSO_WM_DIAGRAM_MAX_ITEMCNT" val="6"/>
  <p:tag name="KSO_WM_DIAGRAM_MIN_ITEMCNT" val="2"/>
  <p:tag name="KSO_WM_DIAGRAM_VIRTUALLY_FRAME" val="{&quot;height&quot;:703.2729356937809,&quot;left&quot;:-29.55,&quot;top&quot;:-353.5729356937809,&quot;width&quot;:749.5341732283463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7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7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BEAUTIFY_FLAG" val="#wm#"/>
  <p:tag name="KSO_WM_UNIT_LINE_FORE_SCHEMECOLOR_INDEX" val="7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65_4*m_h_i*2_1_2"/>
  <p:tag name="KSO_WM_TEMPLATE_CATEGORY" val="diagram"/>
  <p:tag name="KSO_WM_TEMPLATE_INDEX" val="20231065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GROUP_CODE" val="m1-1"/>
  <p:tag name="KSO_WM_UNIT_TYPE" val="m_h_i"/>
  <p:tag name="KSO_WM_UNIT_INDEX" val="2_1_2"/>
  <p:tag name="KSO_WM_DIAGRAM_MAX_ITEMCNT" val="6"/>
  <p:tag name="KSO_WM_DIAGRAM_MIN_ITEMCNT" val="2"/>
  <p:tag name="KSO_WM_DIAGRAM_VIRTUALLY_FRAME" val="{&quot;height&quot;:703.2729356937809,&quot;left&quot;:-29.55,&quot;top&quot;:-353.5729356937809,&quot;width&quot;:749.5341732283463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]}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2_2_1"/>
  <p:tag name="KSO_WM_UNIT_ID" val="diagram20231065_4*m_h_i*2_2_1"/>
  <p:tag name="KSO_WM_TEMPLATE_CATEGORY" val="diagram"/>
  <p:tag name="KSO_WM_TEMPLATE_INDEX" val="20231065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GROUP_CODE" val="m1-1"/>
  <p:tag name="KSO_WM_DIAGRAM_MAX_ITEMCNT" val="6"/>
  <p:tag name="KSO_WM_DIAGRAM_MIN_ITEMCNT" val="2"/>
  <p:tag name="KSO_WM_DIAGRAM_VIRTUALLY_FRAME" val="{&quot;height&quot;:703.2729356937809,&quot;left&quot;:-29.55,&quot;top&quot;:-353.5729356937809,&quot;width&quot;:749.5341732283463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6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BEAUTIFY_FLAG" val="#wm#"/>
  <p:tag name="KSO_WM_UNIT_LINE_FORE_SCHEMECOLOR_INDEX" val="6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2_5_1"/>
  <p:tag name="KSO_WM_UNIT_ID" val="diagram20231065_4*m_h_i*2_5_1"/>
  <p:tag name="KSO_WM_TEMPLATE_CATEGORY" val="diagram"/>
  <p:tag name="KSO_WM_TEMPLATE_INDEX" val="20231065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GROUP_CODE" val="m1-1"/>
  <p:tag name="KSO_WM_DIAGRAM_MAX_ITEMCNT" val="6"/>
  <p:tag name="KSO_WM_DIAGRAM_MIN_ITEMCNT" val="2"/>
  <p:tag name="KSO_WM_DIAGRAM_VIRTUALLY_FRAME" val="{&quot;height&quot;:703.2729356937809,&quot;left&quot;:-29.55,&quot;top&quot;:-353.5729356937809,&quot;width&quot;:749.5341732283463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9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9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BEAUTIFY_FLAG" val="#wm#"/>
  <p:tag name="KSO_WM_UNIT_LINE_FORE_SCHEMECOLOR_INDEX" val="9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2_1_1"/>
  <p:tag name="KSO_WM_UNIT_ID" val="diagram20231065_4*m_h_i*2_1_1"/>
  <p:tag name="KSO_WM_TEMPLATE_CATEGORY" val="diagram"/>
  <p:tag name="KSO_WM_TEMPLATE_INDEX" val="20231065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GROUP_CODE" val="m1-1"/>
  <p:tag name="KSO_WM_DIAGRAM_MAX_ITEMCNT" val="6"/>
  <p:tag name="KSO_WM_DIAGRAM_MIN_ITEMCNT" val="2"/>
  <p:tag name="KSO_WM_DIAGRAM_VIRTUALLY_FRAME" val="{&quot;height&quot;:703.2729356937809,&quot;left&quot;:-29.55,&quot;top&quot;:-353.5729356937809,&quot;width&quot;:749.5341732283463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BEAUTIFY_FLAG" val="#wm#"/>
  <p:tag name="KSO_WM_UNIT_LINE_FORE_SCHEMECOLOR_INDEX" val="5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5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2_2_1"/>
  <p:tag name="KSO_WM_UNIT_ID" val="diagram20231065_4*m_h_f*2_2_1"/>
  <p:tag name="KSO_WM_TEMPLATE_CATEGORY" val="diagram"/>
  <p:tag name="KSO_WM_TEMPLATE_INDEX" val="20231065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GROUP_CODE" val="m1-1"/>
  <p:tag name="KSO_WM_UNIT_VALUE" val="34"/>
  <p:tag name="KSO_WM_DIAGRAM_MAX_ITEMCNT" val="6"/>
  <p:tag name="KSO_WM_DIAGRAM_MIN_ITEMCNT" val="2"/>
  <p:tag name="KSO_WM_DIAGRAM_VIRTUALLY_FRAME" val="{&quot;height&quot;:703.2729356937809,&quot;left&quot;:-29.55,&quot;top&quot;:-353.5729356937809,&quot;width&quot;:749.534173228346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输入你的项正文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6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2_1_1"/>
  <p:tag name="KSO_WM_UNIT_ID" val="diagram20231065_4*m_h_f*2_1_1"/>
  <p:tag name="KSO_WM_TEMPLATE_CATEGORY" val="diagram"/>
  <p:tag name="KSO_WM_TEMPLATE_INDEX" val="20231065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GROUP_CODE" val="m1-1"/>
  <p:tag name="KSO_WM_UNIT_VALUE" val="34"/>
  <p:tag name="KSO_WM_DIAGRAM_MAX_ITEMCNT" val="6"/>
  <p:tag name="KSO_WM_DIAGRAM_MIN_ITEMCNT" val="2"/>
  <p:tag name="KSO_WM_DIAGRAM_VIRTUALLY_FRAME" val="{&quot;height&quot;:703.2729356937809,&quot;left&quot;:-29.55,&quot;top&quot;:-353.5729356937809,&quot;width&quot;:749.534173228346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输入你的项正文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2_1_1"/>
  <p:tag name="KSO_WM_UNIT_ID" val="diagram20231065_4*m_h_a*2_1_1"/>
  <p:tag name="KSO_WM_TEMPLATE_CATEGORY" val="diagram"/>
  <p:tag name="KSO_WM_TEMPLATE_INDEX" val="20231065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GROUP_CODE" val="m1-1"/>
  <p:tag name="KSO_WM_UNIT_VALUE" val="33"/>
  <p:tag name="KSO_WM_DIAGRAM_MAX_ITEMCNT" val="6"/>
  <p:tag name="KSO_WM_DIAGRAM_MIN_ITEMCNT" val="2"/>
  <p:tag name="KSO_WM_DIAGRAM_VIRTUALLY_FRAME" val="{&quot;height&quot;:703.2729356937809,&quot;left&quot;:-29.55,&quot;top&quot;:-353.5729356937809,&quot;width&quot;:749.534173228346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2_2_1"/>
  <p:tag name="KSO_WM_UNIT_ID" val="diagram20231065_4*m_h_a*2_2_1"/>
  <p:tag name="KSO_WM_TEMPLATE_CATEGORY" val="diagram"/>
  <p:tag name="KSO_WM_TEMPLATE_INDEX" val="20231065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GROUP_CODE" val="m1-1"/>
  <p:tag name="KSO_WM_UNIT_VALUE" val="33"/>
  <p:tag name="KSO_WM_DIAGRAM_MAX_ITEMCNT" val="6"/>
  <p:tag name="KSO_WM_DIAGRAM_MIN_ITEMCNT" val="2"/>
  <p:tag name="KSO_WM_DIAGRAM_VIRTUALLY_FRAME" val="{&quot;height&quot;:703.2729356937809,&quot;left&quot;:-29.55,&quot;top&quot;:-353.5729356937809,&quot;width&quot;:749.534173228346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9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2_4_1"/>
  <p:tag name="KSO_WM_UNIT_ID" val="diagram20231065_4*m_h_f*2_4_1"/>
  <p:tag name="KSO_WM_TEMPLATE_CATEGORY" val="diagram"/>
  <p:tag name="KSO_WM_TEMPLATE_INDEX" val="20231065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GROUP_CODE" val="m1-1"/>
  <p:tag name="KSO_WM_UNIT_VALUE" val="34"/>
  <p:tag name="KSO_WM_DIAGRAM_MAX_ITEMCNT" val="6"/>
  <p:tag name="KSO_WM_DIAGRAM_MIN_ITEMCNT" val="2"/>
  <p:tag name="KSO_WM_DIAGRAM_VIRTUALLY_FRAME" val="{&quot;height&quot;:703.2729356937809,&quot;left&quot;:-29.55,&quot;top&quot;:-353.5729356937809,&quot;width&quot;:749.534173228346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输入你的智能图形项正文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20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2_5_1"/>
  <p:tag name="KSO_WM_UNIT_ID" val="diagram20231065_4*m_h_f*2_5_1"/>
  <p:tag name="KSO_WM_TEMPLATE_CATEGORY" val="diagram"/>
  <p:tag name="KSO_WM_TEMPLATE_INDEX" val="20231065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GROUP_CODE" val="m1-1"/>
  <p:tag name="KSO_WM_UNIT_VALUE" val="34"/>
  <p:tag name="KSO_WM_DIAGRAM_MAX_ITEMCNT" val="6"/>
  <p:tag name="KSO_WM_DIAGRAM_MIN_ITEMCNT" val="2"/>
  <p:tag name="KSO_WM_DIAGRAM_VIRTUALLY_FRAME" val="{&quot;height&quot;:703.2729356937809,&quot;left&quot;:-29.55,&quot;top&quot;:-353.5729356937809,&quot;width&quot;:749.534173228346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输入你的智能图形项正文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2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2_4_1"/>
  <p:tag name="KSO_WM_UNIT_ID" val="diagram20231065_4*m_h_a*2_4_1"/>
  <p:tag name="KSO_WM_TEMPLATE_CATEGORY" val="diagram"/>
  <p:tag name="KSO_WM_TEMPLATE_INDEX" val="20231065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GROUP_CODE" val="m1-1"/>
  <p:tag name="KSO_WM_UNIT_VALUE" val="11"/>
  <p:tag name="KSO_WM_DIAGRAM_MAX_ITEMCNT" val="6"/>
  <p:tag name="KSO_WM_DIAGRAM_MIN_ITEMCNT" val="2"/>
  <p:tag name="KSO_WM_DIAGRAM_VIRTUALLY_FRAME" val="{&quot;height&quot;:703.2729356937809,&quot;left&quot;:-29.55,&quot;top&quot;:-353.5729356937809,&quot;width&quot;:749.534173228346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2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2_5_1"/>
  <p:tag name="KSO_WM_UNIT_ID" val="diagram20231065_4*m_h_a*2_5_1"/>
  <p:tag name="KSO_WM_TEMPLATE_CATEGORY" val="diagram"/>
  <p:tag name="KSO_WM_TEMPLATE_INDEX" val="20231065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GROUP_CODE" val="m1-1"/>
  <p:tag name="KSO_WM_UNIT_VALUE" val="11"/>
  <p:tag name="KSO_WM_DIAGRAM_MAX_ITEMCNT" val="6"/>
  <p:tag name="KSO_WM_DIAGRAM_MIN_ITEMCNT" val="2"/>
  <p:tag name="KSO_WM_DIAGRAM_VIRTUALLY_FRAME" val="{&quot;height&quot;:703.2729356937809,&quot;left&quot;:-29.55,&quot;top&quot;:-353.5729356937809,&quot;width&quot;:749.534173228346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23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2_3_1"/>
  <p:tag name="KSO_WM_UNIT_ID" val="diagram20231065_4*m_h_f*2_3_1"/>
  <p:tag name="KSO_WM_TEMPLATE_CATEGORY" val="diagram"/>
  <p:tag name="KSO_WM_TEMPLATE_INDEX" val="20231065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GROUP_CODE" val="m1-1"/>
  <p:tag name="KSO_WM_UNIT_VALUE" val="22"/>
  <p:tag name="KSO_WM_DIAGRAM_MAX_ITEMCNT" val="6"/>
  <p:tag name="KSO_WM_DIAGRAM_MIN_ITEMCNT" val="2"/>
  <p:tag name="KSO_WM_DIAGRAM_VIRTUALLY_FRAME" val="{&quot;height&quot;:703.2729356937809,&quot;left&quot;:-29.55,&quot;top&quot;:-353.5729356937809,&quot;width&quot;:749.534173228346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输入你的智能图形项正文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2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2_3_1"/>
  <p:tag name="KSO_WM_UNIT_ID" val="diagram20231065_4*m_h_a*2_3_1"/>
  <p:tag name="KSO_WM_TEMPLATE_CATEGORY" val="diagram"/>
  <p:tag name="KSO_WM_TEMPLATE_INDEX" val="20231065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GROUP_CODE" val="m1-1"/>
  <p:tag name="KSO_WM_UNIT_VALUE" val="14"/>
  <p:tag name="KSO_WM_DIAGRAM_MAX_ITEMCNT" val="6"/>
  <p:tag name="KSO_WM_DIAGRAM_MIN_ITEMCNT" val="2"/>
  <p:tag name="KSO_WM_DIAGRAM_VIRTUALLY_FRAME" val="{&quot;height&quot;:703.2729356937809,&quot;left&quot;:-29.55,&quot;top&quot;:-353.5729356937809,&quot;width&quot;:749.534173228346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65_3*m_h_i*1_3_2"/>
  <p:tag name="KSO_WM_TEMPLATE_CATEGORY" val="diagram"/>
  <p:tag name="KSO_WM_TEMPLATE_INDEX" val="20231065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GROUP_CODE" val="m1-1"/>
  <p:tag name="KSO_WM_UNIT_TYPE" val="m_h_i"/>
  <p:tag name="KSO_WM_UNIT_INDEX" val="1_3_2"/>
  <p:tag name="KSO_WM_DIAGRAM_MAX_ITEMCNT" val="6"/>
  <p:tag name="KSO_WM_DIAGRAM_MIN_ITEMCNT" val="2"/>
  <p:tag name="KSO_WM_DIAGRAM_VIRTUALLY_FRAME" val="{&quot;height&quot;:333.6848254575604,&quot;left&quot;:0,&quot;top&quot;:67.18811023622048,&quot;width&quot;:720.0091338582677}"/>
  <p:tag name="KSO_WM_DIAGRAM_COLOR_MATCH_VALUE" val="{&quot;shape&quot;:{&quot;fill&quot;:{&quot;solid&quot;:{&quot;brightness&quot;:0,&quot;colorType&quot;:1,&quot;foreColorIndex&quot;:7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7"/>
  <p:tag name="KSO_WM_UNIT_FILL_FORE_SCHEMECOLOR_INDEX_BRIGHTNESS" val="0"/>
  <p:tag name="KSO_WM_DIAGRAM_USE_COLOR_VALUE" val="{&quot;color_scheme&quot;:1,&quot;color_type&quot;:1,&quot;theme_color_indexes&quot;:[]}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65_3*m_h_i*1_2_2"/>
  <p:tag name="KSO_WM_TEMPLATE_CATEGORY" val="diagram"/>
  <p:tag name="KSO_WM_TEMPLATE_INDEX" val="20231065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GROUP_CODE" val="m1-1"/>
  <p:tag name="KSO_WM_UNIT_TYPE" val="m_h_i"/>
  <p:tag name="KSO_WM_UNIT_INDEX" val="1_2_2"/>
  <p:tag name="KSO_WM_DIAGRAM_MAX_ITEMCNT" val="6"/>
  <p:tag name="KSO_WM_DIAGRAM_MIN_ITEMCNT" val="2"/>
  <p:tag name="KSO_WM_DIAGRAM_VIRTUALLY_FRAME" val="{&quot;height&quot;:333.6848254575604,&quot;left&quot;:0,&quot;top&quot;:67.18811023622048,&quot;width&quot;:720.0091338582677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6"/>
  <p:tag name="KSO_WM_UNIT_FILL_FORE_SCHEMECOLOR_INDEX_BRIGHTNESS" val="0"/>
  <p:tag name="KSO_WM_DIAGRAM_USE_COLOR_VALUE" val="{&quot;color_scheme&quot;:1,&quot;color_type&quot;:1,&quot;theme_color_indexes&quot;:[]}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65_3*m_h_i*1_1_2"/>
  <p:tag name="KSO_WM_TEMPLATE_CATEGORY" val="diagram"/>
  <p:tag name="KSO_WM_TEMPLATE_INDEX" val="20231065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GROUP_CODE" val="m1-1"/>
  <p:tag name="KSO_WM_UNIT_TYPE" val="m_h_i"/>
  <p:tag name="KSO_WM_UNIT_INDEX" val="1_1_2"/>
  <p:tag name="KSO_WM_DIAGRAM_MAX_ITEMCNT" val="6"/>
  <p:tag name="KSO_WM_DIAGRAM_MIN_ITEMCNT" val="2"/>
  <p:tag name="KSO_WM_DIAGRAM_VIRTUALLY_FRAME" val="{&quot;height&quot;:333.6848254575604,&quot;left&quot;:0,&quot;top&quot;:67.18811023622048,&quot;width&quot;:720.0091338582677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]}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65_3*m_h_i*1_4_2"/>
  <p:tag name="KSO_WM_TEMPLATE_CATEGORY" val="diagram"/>
  <p:tag name="KSO_WM_TEMPLATE_INDEX" val="20231065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GROUP_CODE" val="m1-1"/>
  <p:tag name="KSO_WM_UNIT_TYPE" val="m_h_i"/>
  <p:tag name="KSO_WM_UNIT_INDEX" val="1_4_2"/>
  <p:tag name="KSO_WM_DIAGRAM_MAX_ITEMCNT" val="6"/>
  <p:tag name="KSO_WM_DIAGRAM_MIN_ITEMCNT" val="2"/>
  <p:tag name="KSO_WM_DIAGRAM_VIRTUALLY_FRAME" val="{&quot;height&quot;:333.6848254575604,&quot;left&quot;:0,&quot;top&quot;:67.18811023622048,&quot;width&quot;:720.0091338582677}"/>
  <p:tag name="KSO_WM_DIAGRAM_COLOR_MATCH_VALUE" val="{&quot;shape&quot;:{&quot;fill&quot;:{&quot;solid&quot;:{&quot;brightness&quot;:0,&quot;colorType&quot;:1,&quot;foreColorIndex&quot;:8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8"/>
  <p:tag name="KSO_WM_UNIT_FILL_FORE_SCHEMECOLOR_INDEX_BRIGHTNESS" val="0"/>
  <p:tag name="KSO_WM_DIAGRAM_USE_COLOR_VALUE" val="{&quot;color_scheme&quot;:1,&quot;color_type&quot;:1,&quot;theme_color_indexes&quot;:[]}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4_1"/>
  <p:tag name="KSO_WM_UNIT_ID" val="diagram20231065_3*m_h_i*1_4_1"/>
  <p:tag name="KSO_WM_TEMPLATE_CATEGORY" val="diagram"/>
  <p:tag name="KSO_WM_TEMPLATE_INDEX" val="20231065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GROUP_CODE" val="m1-1"/>
  <p:tag name="KSO_WM_DIAGRAM_MAX_ITEMCNT" val="6"/>
  <p:tag name="KSO_WM_DIAGRAM_MIN_ITEMCNT" val="2"/>
  <p:tag name="KSO_WM_DIAGRAM_VIRTUALLY_FRAME" val="{&quot;height&quot;:333.6848254575604,&quot;left&quot;:0,&quot;top&quot;:67.18811023622048,&quot;width&quot;:720.0091338582677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8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8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BEAUTIFY_FLAG" val="#wm#"/>
  <p:tag name="KSO_WM_UNIT_LINE_FORE_SCHEMECOLOR_INDEX" val="8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3_1"/>
  <p:tag name="KSO_WM_UNIT_ID" val="diagram20231065_3*m_h_i*1_3_1"/>
  <p:tag name="KSO_WM_TEMPLATE_CATEGORY" val="diagram"/>
  <p:tag name="KSO_WM_TEMPLATE_INDEX" val="20231065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GROUP_CODE" val="m1-1"/>
  <p:tag name="KSO_WM_DIAGRAM_MAX_ITEMCNT" val="6"/>
  <p:tag name="KSO_WM_DIAGRAM_MIN_ITEMCNT" val="2"/>
  <p:tag name="KSO_WM_DIAGRAM_VIRTUALLY_FRAME" val="{&quot;height&quot;:333.6848254575604,&quot;left&quot;:0,&quot;top&quot;:67.18811023622048,&quot;width&quot;:720.0091338582677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7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7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BEAUTIFY_FLAG" val="#wm#"/>
  <p:tag name="KSO_WM_UNIT_LINE_FORE_SCHEMECOLOR_INDEX" val="7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2_1"/>
  <p:tag name="KSO_WM_UNIT_ID" val="diagram20231065_3*m_h_i*1_2_1"/>
  <p:tag name="KSO_WM_TEMPLATE_CATEGORY" val="diagram"/>
  <p:tag name="KSO_WM_TEMPLATE_INDEX" val="20231065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GROUP_CODE" val="m1-1"/>
  <p:tag name="KSO_WM_DIAGRAM_MAX_ITEMCNT" val="6"/>
  <p:tag name="KSO_WM_DIAGRAM_MIN_ITEMCNT" val="2"/>
  <p:tag name="KSO_WM_DIAGRAM_VIRTUALLY_FRAME" val="{&quot;height&quot;:333.6848254575604,&quot;left&quot;:0,&quot;top&quot;:67.18811023622048,&quot;width&quot;:720.0091338582677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6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BEAUTIFY_FLAG" val="#wm#"/>
  <p:tag name="KSO_WM_UNIT_LINE_FORE_SCHEMECOLOR_INDEX" val="6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1_1"/>
  <p:tag name="KSO_WM_UNIT_ID" val="diagram20231065_3*m_h_i*1_1_1"/>
  <p:tag name="KSO_WM_TEMPLATE_CATEGORY" val="diagram"/>
  <p:tag name="KSO_WM_TEMPLATE_INDEX" val="20231065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GROUP_CODE" val="m1-1"/>
  <p:tag name="KSO_WM_DIAGRAM_MAX_ITEMCNT" val="6"/>
  <p:tag name="KSO_WM_DIAGRAM_MIN_ITEMCNT" val="2"/>
  <p:tag name="KSO_WM_DIAGRAM_VIRTUALLY_FRAME" val="{&quot;height&quot;:333.6848254575604,&quot;left&quot;:0,&quot;top&quot;:67.18811023622048,&quot;width&quot;:720.0091338582677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BEAUTIFY_FLAG" val="#wm#"/>
  <p:tag name="KSO_WM_UNIT_LINE_FORE_SCHEMECOLOR_INDEX" val="5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3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1_1"/>
  <p:tag name="KSO_WM_UNIT_ID" val="diagram20231065_3*m_h_a*1_1_1"/>
  <p:tag name="KSO_WM_TEMPLATE_CATEGORY" val="diagram"/>
  <p:tag name="KSO_WM_TEMPLATE_INDEX" val="20231065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GROUP_CODE" val="m1-1"/>
  <p:tag name="KSO_WM_UNIT_VALUE" val="33"/>
  <p:tag name="KSO_WM_DIAGRAM_MAX_ITEMCNT" val="6"/>
  <p:tag name="KSO_WM_DIAGRAM_MIN_ITEMCNT" val="2"/>
  <p:tag name="KSO_WM_DIAGRAM_VIRTUALLY_FRAME" val="{&quot;height&quot;:333.6848254575604,&quot;left&quot;:0,&quot;top&quot;:67.18811023622048,&quot;width&quot;:720.009133858267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34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4_1"/>
  <p:tag name="KSO_WM_UNIT_ID" val="diagram20231065_3*m_h_f*1_4_1"/>
  <p:tag name="KSO_WM_TEMPLATE_CATEGORY" val="diagram"/>
  <p:tag name="KSO_WM_TEMPLATE_INDEX" val="20231065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GROUP_CODE" val="m1-1"/>
  <p:tag name="KSO_WM_UNIT_VALUE" val="34"/>
  <p:tag name="KSO_WM_DIAGRAM_MAX_ITEMCNT" val="6"/>
  <p:tag name="KSO_WM_DIAGRAM_MIN_ITEMCNT" val="2"/>
  <p:tag name="KSO_WM_DIAGRAM_VIRTUALLY_FRAME" val="{&quot;height&quot;:333.6848254575604,&quot;left&quot;:0,&quot;top&quot;:67.18811023622048,&quot;width&quot;:720.009133858267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输入你的智能图形项正文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3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4_1"/>
  <p:tag name="KSO_WM_UNIT_ID" val="diagram20231065_3*m_h_a*1_4_1"/>
  <p:tag name="KSO_WM_TEMPLATE_CATEGORY" val="diagram"/>
  <p:tag name="KSO_WM_TEMPLATE_INDEX" val="20231065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GROUP_CODE" val="m1-1"/>
  <p:tag name="KSO_WM_UNIT_VALUE" val="11"/>
  <p:tag name="KSO_WM_DIAGRAM_MAX_ITEMCNT" val="6"/>
  <p:tag name="KSO_WM_DIAGRAM_MIN_ITEMCNT" val="2"/>
  <p:tag name="KSO_WM_DIAGRAM_VIRTUALLY_FRAME" val="{&quot;height&quot;:333.6848254575604,&quot;left&quot;:0,&quot;top&quot;:67.18811023622048,&quot;width&quot;:720.009133858267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3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2_1"/>
  <p:tag name="KSO_WM_UNIT_ID" val="diagram20231065_3*m_h_a*1_2_1"/>
  <p:tag name="KSO_WM_TEMPLATE_CATEGORY" val="diagram"/>
  <p:tag name="KSO_WM_TEMPLATE_INDEX" val="20231065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GROUP_CODE" val="m1-1"/>
  <p:tag name="KSO_WM_UNIT_VALUE" val="14"/>
  <p:tag name="KSO_WM_DIAGRAM_MAX_ITEMCNT" val="6"/>
  <p:tag name="KSO_WM_DIAGRAM_MIN_ITEMCNT" val="2"/>
  <p:tag name="KSO_WM_DIAGRAM_VIRTUALLY_FRAME" val="{&quot;height&quot;:333.6848254575604,&quot;left&quot;:0,&quot;top&quot;:67.18811023622048,&quot;width&quot;:720.009133858267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37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2_1"/>
  <p:tag name="KSO_WM_UNIT_ID" val="diagram20231065_3*m_h_f*1_2_1"/>
  <p:tag name="KSO_WM_TEMPLATE_CATEGORY" val="diagram"/>
  <p:tag name="KSO_WM_TEMPLATE_INDEX" val="20231065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GROUP_CODE" val="m1-1"/>
  <p:tag name="KSO_WM_UNIT_VALUE" val="26"/>
  <p:tag name="KSO_WM_DIAGRAM_MAX_ITEMCNT" val="6"/>
  <p:tag name="KSO_WM_DIAGRAM_MIN_ITEMCNT" val="2"/>
  <p:tag name="KSO_WM_DIAGRAM_VIRTUALLY_FRAME" val="{&quot;height&quot;:333.6848254575604,&quot;left&quot;:0,&quot;top&quot;:67.18811023622048,&quot;width&quot;:720.009133858267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输入你的智能&#10;图形项正文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3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3_1"/>
  <p:tag name="KSO_WM_UNIT_ID" val="diagram20231065_3*m_h_a*1_3_1"/>
  <p:tag name="KSO_WM_TEMPLATE_CATEGORY" val="diagram"/>
  <p:tag name="KSO_WM_TEMPLATE_INDEX" val="20231065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GROUP_CODE" val="m1-1"/>
  <p:tag name="KSO_WM_UNIT_VALUE" val="14"/>
  <p:tag name="KSO_WM_DIAGRAM_MAX_ITEMCNT" val="6"/>
  <p:tag name="KSO_WM_DIAGRAM_MIN_ITEMCNT" val="2"/>
  <p:tag name="KSO_WM_DIAGRAM_VIRTUALLY_FRAME" val="{&quot;height&quot;:333.6848254575604,&quot;left&quot;:0,&quot;top&quot;:67.18811023622048,&quot;width&quot;:720.009133858267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39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3_1"/>
  <p:tag name="KSO_WM_UNIT_ID" val="diagram20231065_3*m_h_f*1_3_1"/>
  <p:tag name="KSO_WM_TEMPLATE_CATEGORY" val="diagram"/>
  <p:tag name="KSO_WM_TEMPLATE_INDEX" val="20231065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GROUP_CODE" val="m1-1"/>
  <p:tag name="KSO_WM_UNIT_VALUE" val="26"/>
  <p:tag name="KSO_WM_DIAGRAM_MAX_ITEMCNT" val="6"/>
  <p:tag name="KSO_WM_DIAGRAM_MIN_ITEMCNT" val="2"/>
  <p:tag name="KSO_WM_DIAGRAM_VIRTUALLY_FRAME" val="{&quot;height&quot;:333.6848254575604,&quot;left&quot;:0,&quot;top&quot;:67.18811023622048,&quot;width&quot;:720.009133858267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输入你的智能&#10;图形项正文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40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1_1"/>
  <p:tag name="KSO_WM_UNIT_ID" val="diagram20231065_3*m_h_f*1_1_1"/>
  <p:tag name="KSO_WM_TEMPLATE_CATEGORY" val="diagram"/>
  <p:tag name="KSO_WM_TEMPLATE_INDEX" val="20231065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GROUP_CODE" val="m1-1"/>
  <p:tag name="KSO_WM_UNIT_VALUE" val="34"/>
  <p:tag name="KSO_WM_DIAGRAM_MAX_ITEMCNT" val="6"/>
  <p:tag name="KSO_WM_DIAGRAM_MIN_ITEMCNT" val="2"/>
  <p:tag name="KSO_WM_DIAGRAM_VIRTUALLY_FRAME" val="{&quot;height&quot;:333.6848254575604,&quot;left&quot;:0,&quot;top&quot;:67.18811023622048,&quot;width&quot;:720.009133858267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输入你的智能图形项正文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41.xml><?xml version="1.0" encoding="utf-8"?>
<p:tagLst xmlns:p="http://schemas.openxmlformats.org/presentationml/2006/main">
  <p:tag name="KSO_WM_DIAGRAM_VIRTUALLY_FRAME" val="{&quot;height&quot;:204.37850393700785,&quot;left&quot;:294.93370078740156,&quot;top&quot;:95.28488188976378,&quot;width&quot;:324.62771653543314}"/>
</p:tagLst>
</file>

<file path=ppt/tags/tag42.xml><?xml version="1.0" encoding="utf-8"?>
<p:tagLst xmlns:p="http://schemas.openxmlformats.org/presentationml/2006/main">
  <p:tag name="KSO_WM_DIAGRAM_VIRTUALLY_FRAME" val="{&quot;height&quot;:204.37850393700785,&quot;left&quot;:294.93370078740156,&quot;top&quot;:95.28488188976378,&quot;width&quot;:324.62771653543314}"/>
</p:tagLst>
</file>

<file path=ppt/tags/tag43.xml><?xml version="1.0" encoding="utf-8"?>
<p:tagLst xmlns:p="http://schemas.openxmlformats.org/presentationml/2006/main">
  <p:tag name="KSO_WM_DIAGRAM_VIRTUALLY_FRAME" val="{&quot;height&quot;:204.37850393700785,&quot;left&quot;:294.93370078740156,&quot;top&quot;:95.28488188976378,&quot;width&quot;:324.62771653543314}"/>
</p:tagLst>
</file>

<file path=ppt/tags/tag44.xml><?xml version="1.0" encoding="utf-8"?>
<p:tagLst xmlns:p="http://schemas.openxmlformats.org/presentationml/2006/main">
  <p:tag name="KSO_WM_DIAGRAM_VIRTUALLY_FRAME" val="{&quot;height&quot;:204.37850393700785,&quot;left&quot;:294.93370078740156,&quot;top&quot;:95.28488188976378,&quot;width&quot;:324.62771653543314}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resource_record_key" val="{&quot;70&quot;:[3314133,3314135]}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3600" b="1" dirty="0" smtClean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956</Words>
  <Application>WPS 演示</Application>
  <PresentationFormat>全屏显示(16:9)</PresentationFormat>
  <Paragraphs>132</Paragraphs>
  <Slides>11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2" baseType="lpstr">
      <vt:lpstr>Arial</vt:lpstr>
      <vt:lpstr>宋体</vt:lpstr>
      <vt:lpstr>Wingdings</vt:lpstr>
      <vt:lpstr>微软雅黑</vt:lpstr>
      <vt:lpstr>OPPOSans B</vt:lpstr>
      <vt:lpstr>Calibri</vt:lpstr>
      <vt:lpstr>等线</vt:lpstr>
      <vt:lpstr>Arial Unicode MS</vt:lpstr>
      <vt:lpstr>Calibri Light</vt:lpstr>
      <vt:lpstr>等线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J881</dc:creator>
  <cp:lastModifiedBy>Dylan￠</cp:lastModifiedBy>
  <cp:revision>56</cp:revision>
  <dcterms:created xsi:type="dcterms:W3CDTF">2025-02-10T02:33:00Z</dcterms:created>
  <dcterms:modified xsi:type="dcterms:W3CDTF">2025-06-30T07:57:21Z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43F8E5324D8947F88EE253B03DF0FA98_13</vt:lpwstr>
  </property>
  <property fmtid="{D5CDD505-2E9C-101B-9397-08002B2CF9AE}" pid="3" name="KSOProductBuildVer">
    <vt:lpwstr>2052-12.1.0.21171</vt:lpwstr>
  </property>
</Properties>
</file>