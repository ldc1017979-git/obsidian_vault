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6" r:id="rId7"/>
    <p:sldId id="291" r:id="rId8"/>
    <p:sldId id="313" r:id="rId9"/>
    <p:sldId id="318" r:id="rId10"/>
    <p:sldId id="320" r:id="rId11"/>
    <p:sldId id="305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61849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设备模块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3.11.0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18338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点巡检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报修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1602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报修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9089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自主报修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856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功能描述：各部门根据现场情况，手动创建报修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单据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8995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自主报修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维修员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维修员根据单据内容，登记维修内容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34865" y="-149923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zh-CN" altLang="en-US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3093" y="2264716"/>
            <a:ext cx="18338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点巡检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报修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763093" y="1225507"/>
            <a:ext cx="1503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报修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2391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点巡检报修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059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功能描述：执行点巡检任务，根据异常项目触发报修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294130"/>
            <a:ext cx="8003369" cy="38016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316355" y="4092575"/>
            <a:ext cx="1104265" cy="25527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297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点巡检报修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报修人核对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功能描述：报修人核对报修信息，核对完成后提交给维修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30" y="1341755"/>
            <a:ext cx="8003369" cy="38016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7698740" y="3616960"/>
            <a:ext cx="396875" cy="1644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297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点巡检报修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维修员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维修员根据单据内容，登记维修内容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39738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设备模块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3.10.0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2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3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4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5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6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7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8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9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0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11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449</Words>
  <Application>WPS 演示</Application>
  <PresentationFormat>全屏显示(16:9)</PresentationFormat>
  <Paragraphs>70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儒毅</cp:lastModifiedBy>
  <cp:revision>61</cp:revision>
  <dcterms:created xsi:type="dcterms:W3CDTF">2025-02-10T02:33:00Z</dcterms:created>
  <dcterms:modified xsi:type="dcterms:W3CDTF">2025-07-31T07:19:57Z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2052-12.1.0.21915</vt:lpwstr>
  </property>
</Properties>
</file>