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6" r:id="rId7"/>
    <p:sldId id="291" r:id="rId8"/>
    <p:sldId id="313" r:id="rId9"/>
    <p:sldId id="314" r:id="rId10"/>
    <p:sldId id="309" r:id="rId11"/>
    <p:sldId id="307" r:id="rId12"/>
    <p:sldId id="315" r:id="rId13"/>
    <p:sldId id="316" r:id="rId14"/>
    <p:sldId id="311" r:id="rId15"/>
    <p:sldId id="312" r:id="rId16"/>
    <p:sldId id="317" r:id="rId17"/>
    <p:sldId id="305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tags" Target="../tags/tag9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6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61849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设备模块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3.10.0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计划组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29229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内容组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745658" y="3176914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763093" y="3207691"/>
            <a:ext cx="24942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3745658" y="4120524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04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763093" y="4151301"/>
            <a:ext cx="24942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9274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设备点巡检内容组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238929" y="802833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功能描述：根据设备或岗位，维护点巡检需要执行的内容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461135" y="2187575"/>
            <a:ext cx="619760" cy="30734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8" idx="2"/>
            <a:endCxn id="11" idx="1"/>
          </p:cNvCxnSpPr>
          <p:nvPr/>
        </p:nvCxnSpPr>
        <p:spPr>
          <a:xfrm>
            <a:off x="1771015" y="2494915"/>
            <a:ext cx="1117600" cy="748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12151"/>
          <a:stretch>
            <a:fillRect/>
          </a:stretch>
        </p:blipFill>
        <p:spPr>
          <a:xfrm>
            <a:off x="2888615" y="1342390"/>
            <a:ext cx="6256020" cy="3801110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9274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设备点巡检内容组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238929" y="802833"/>
            <a:ext cx="6278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功能描述：列表展示当前创建的点巡检项目，支持查看、编辑、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删除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设备点巡检计划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设备点巡检内容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745658" y="325799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03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763093" y="3273382"/>
            <a:ext cx="24942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3745658" y="417112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04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763093" y="4186512"/>
            <a:ext cx="24942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9274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计划组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238929" y="802833"/>
            <a:ext cx="587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功能描述：根据专人岗位或者某台设备的点巡检内容项进行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编组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9274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设备点巡检计划组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653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列表展示当前创建的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计划组，支持编辑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590544" y="3056763"/>
            <a:ext cx="5553456" cy="713232"/>
            <a:chOff x="5654" y="3368"/>
            <a:chExt cx="8746" cy="1123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5654" y="3368"/>
              <a:ext cx="8746" cy="1123"/>
            </a:xfrm>
            <a:prstGeom prst="rect">
              <a:avLst/>
            </a:prstGeom>
            <a:solidFill>
              <a:srgbClr val="1C53D9"/>
            </a:solidFill>
            <a:ln>
              <a:noFill/>
            </a:ln>
            <a:effectLst>
              <a:outerShdw blurRad="63500" dist="25400" dir="5400000" algn="ctr" rotWithShape="0">
                <a:srgbClr val="1C53D9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5899" y="3518"/>
              <a:ext cx="930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</a:t>
              </a:r>
              <a:endPara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7501" y="3566"/>
              <a:ext cx="392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设备点巡检计划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3745865" y="1210310"/>
            <a:ext cx="3841750" cy="521970"/>
            <a:chOff x="5899" y="1906"/>
            <a:chExt cx="6050" cy="822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899" y="1906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01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7501" y="1930"/>
              <a:ext cx="44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设备点巡检内容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组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3745865" y="2133600"/>
            <a:ext cx="3841750" cy="521970"/>
            <a:chOff x="5899" y="3344"/>
            <a:chExt cx="6050" cy="822"/>
          </a:xfrm>
        </p:grpSpPr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5899" y="3344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7501" y="3368"/>
              <a:ext cx="44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设备点巡检计划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组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3745865" y="4170680"/>
            <a:ext cx="3511550" cy="521970"/>
            <a:chOff x="5899" y="6569"/>
            <a:chExt cx="5530" cy="822"/>
          </a:xfrm>
        </p:grpSpPr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5899" y="6569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04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7501" y="6593"/>
              <a:ext cx="392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记录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576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238929" y="802833"/>
            <a:ext cx="566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根据执行周期创建点巡检计划，支持关联多台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设备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65275" y="2571750"/>
            <a:ext cx="619760" cy="30734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8" idx="3"/>
          </p:cNvCxnSpPr>
          <p:nvPr/>
        </p:nvCxnSpPr>
        <p:spPr>
          <a:xfrm flipV="1">
            <a:off x="2185035" y="2338070"/>
            <a:ext cx="1414145" cy="387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565275" y="2911475"/>
            <a:ext cx="2366645" cy="521970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</p:spPr>
        <p:txBody>
          <a:bodyPr wrap="square" rtlCol="0" anchor="t">
            <a:spAutoFit/>
          </a:bodyPr>
          <a:p>
            <a:pPr algn="l"/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选择计划所属设备，支持选择多台</a:t>
            </a:r>
            <a:endParaRPr lang="en-US" altLang="zh-CN" sz="1400" b="1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576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新增计划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80" y="1341755"/>
            <a:ext cx="8003369" cy="38016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238929" y="802833"/>
            <a:ext cx="566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功能描述：根据执行周期创建点巡检计划，支持关联多台设备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32575" y="2761615"/>
            <a:ext cx="1457325" cy="827405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632575" y="3021965"/>
            <a:ext cx="1456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设置计划所属</a:t>
            </a:r>
            <a:endParaRPr lang="zh-CN" altLang="en-US" sz="1400" b="1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重点</a:t>
            </a:r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区域</a:t>
            </a:r>
            <a:endParaRPr lang="zh-CN" altLang="en-US" sz="1400" b="1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576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新增计划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66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功能描述：根据执行周期创建点巡检计划，支持关联多台设备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75" y="1341755"/>
            <a:ext cx="8003369" cy="38016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418590" y="2539365"/>
            <a:ext cx="619760" cy="30734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8" idx="3"/>
          </p:cNvCxnSpPr>
          <p:nvPr/>
        </p:nvCxnSpPr>
        <p:spPr>
          <a:xfrm flipV="1">
            <a:off x="2038350" y="2526030"/>
            <a:ext cx="692150" cy="167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418590" y="2911475"/>
            <a:ext cx="2011045" cy="30670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</p:spPr>
        <p:txBody>
          <a:bodyPr wrap="square" rtlCol="0" anchor="t">
            <a:spAutoFit/>
          </a:bodyPr>
          <a:p>
            <a:pPr algn="l"/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选择执行的点巡检</a:t>
            </a:r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内容</a:t>
            </a:r>
            <a:endParaRPr lang="zh-CN" altLang="en-US" sz="1400" b="1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576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238929" y="802833"/>
            <a:ext cx="6888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功能描述：列表展示当前创建的点巡检计划，在计划执行时间段内执行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检查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590544" y="4025900"/>
            <a:ext cx="5553456" cy="713105"/>
            <a:chOff x="5654" y="3368"/>
            <a:chExt cx="8746" cy="1123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5654" y="3368"/>
              <a:ext cx="8746" cy="1123"/>
            </a:xfrm>
            <a:prstGeom prst="rect">
              <a:avLst/>
            </a:prstGeom>
            <a:solidFill>
              <a:srgbClr val="1C53D9"/>
            </a:solidFill>
            <a:ln>
              <a:noFill/>
            </a:ln>
            <a:effectLst>
              <a:outerShdw blurRad="63500" dist="25400" dir="5400000" algn="ctr" rotWithShape="0">
                <a:srgbClr val="1C53D9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5899" y="3518"/>
              <a:ext cx="930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</a:t>
              </a:r>
              <a:endPara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7501" y="3566"/>
              <a:ext cx="392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</a:t>
              </a: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记录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3745865" y="1210310"/>
            <a:ext cx="3841750" cy="521970"/>
            <a:chOff x="5899" y="1906"/>
            <a:chExt cx="6050" cy="822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899" y="1906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01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7501" y="1930"/>
              <a:ext cx="44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设备点巡检内容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组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3745865" y="2148840"/>
            <a:ext cx="3841750" cy="521970"/>
            <a:chOff x="5899" y="3344"/>
            <a:chExt cx="6050" cy="822"/>
          </a:xfrm>
        </p:grpSpPr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5899" y="3344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7501" y="3368"/>
              <a:ext cx="44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设备点巡检计划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组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3745865" y="3087370"/>
            <a:ext cx="3511550" cy="521970"/>
            <a:chOff x="5899" y="6569"/>
            <a:chExt cx="5530" cy="822"/>
          </a:xfrm>
        </p:grpSpPr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5899" y="6569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04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7501" y="6593"/>
              <a:ext cx="392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设备点巡检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计划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79273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设备点巡检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238929" y="802833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功能描述：通过点巡检计划执行检查后，自动生成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检查记录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60065" y="2908300"/>
            <a:ext cx="384810" cy="80645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3060065" y="3715385"/>
            <a:ext cx="3997325" cy="737235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 anchor="t">
            <a:spAutoFit/>
          </a:bodyPr>
          <a:p>
            <a:pPr algn="l"/>
            <a:r>
              <a:rPr lang="en-US" altLang="zh-CN" sz="1400" b="1">
                <a:solidFill>
                  <a:schemeClr val="accent2"/>
                </a:solidFill>
                <a:sym typeface="+mn-ea"/>
              </a:rPr>
              <a:t>1.</a:t>
            </a:r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待验收状态需要</a:t>
            </a:r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工程师</a:t>
            </a:r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或主管签字</a:t>
            </a:r>
            <a:endParaRPr lang="en-US" altLang="zh-CN" sz="1400" b="1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400" b="1">
                <a:solidFill>
                  <a:schemeClr val="accent2"/>
                </a:solidFill>
                <a:sym typeface="+mn-ea"/>
              </a:rPr>
              <a:t>2.</a:t>
            </a:r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若计划设定无需工程师或主管签字，记录状态默认</a:t>
            </a:r>
            <a:r>
              <a:rPr lang="en-US" altLang="zh-CN" sz="1400" b="1">
                <a:solidFill>
                  <a:schemeClr val="accent2"/>
                </a:solidFill>
                <a:sym typeface="+mn-ea"/>
              </a:rPr>
              <a:t>“</a:t>
            </a:r>
            <a:r>
              <a:rPr lang="zh-CN" altLang="en-US" sz="1400" b="1">
                <a:solidFill>
                  <a:schemeClr val="accent2"/>
                </a:solidFill>
                <a:sym typeface="+mn-ea"/>
              </a:rPr>
              <a:t>已完成</a:t>
            </a:r>
            <a:r>
              <a:rPr lang="en-US" altLang="zh-CN" sz="1400" b="1">
                <a:solidFill>
                  <a:schemeClr val="accent2"/>
                </a:solidFill>
                <a:sym typeface="+mn-ea"/>
              </a:rPr>
              <a:t>”</a:t>
            </a:r>
            <a:endParaRPr lang="zh-CN" altLang="en-US" sz="1400" b="1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325370" y="2326005"/>
            <a:ext cx="1118870" cy="30734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14" idx="0"/>
            <a:endCxn id="8" idx="2"/>
          </p:cNvCxnSpPr>
          <p:nvPr/>
        </p:nvCxnSpPr>
        <p:spPr>
          <a:xfrm flipH="1" flipV="1">
            <a:off x="2884805" y="2633345"/>
            <a:ext cx="367665" cy="2749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39738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设备模块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3.10.0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2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3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4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5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6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7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8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9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10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1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2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3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4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5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6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7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18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19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1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2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3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4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5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6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7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8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9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1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32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33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4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5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6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7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8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9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4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41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42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43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44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45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46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869</Words>
  <Application>WPS 演示</Application>
  <PresentationFormat>全屏显示(16:9)</PresentationFormat>
  <Paragraphs>160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儒毅</cp:lastModifiedBy>
  <cp:revision>56</cp:revision>
  <dcterms:created xsi:type="dcterms:W3CDTF">2025-02-10T02:33:00Z</dcterms:created>
  <dcterms:modified xsi:type="dcterms:W3CDTF">2025-07-15T01:42:40Z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2052-12.1.0.21915</vt:lpwstr>
  </property>
</Properties>
</file>